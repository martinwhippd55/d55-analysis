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2" embedTrueTypeFonts="1" autoCompressPictures="0">
  <p:sldMasterIdLst>
    <p:sldMasterId id="2147483648" r:id="rId4"/>
  </p:sldMasterIdLst>
  <p:notesMasterIdLst>
    <p:notesMasterId r:id="rId40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</p:sldIdLst>
  <p:sldSz cx="12192000" cy="6858000"/>
  <p:notesSz cx="6858000" cy="9144000"/>
  <p:embeddedFontLst>
    <p:embeddedFont>
      <p:font typeface="Tahoma" panose="020B0604030504040204" pitchFamily="34" charset="0"/>
      <p:regular r:id="rId41"/>
      <p:bold r:id="rId4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 Slides" id="{BB8387A7-858E-B944-8D17-1D78B0349B61}">
          <p14:sldIdLst>
            <p14:sldId id="365"/>
            <p14:sldId id="367"/>
            <p14:sldId id="326"/>
            <p14:sldId id="327"/>
          </p14:sldIdLst>
        </p14:section>
        <p14:section name="Content Slides" id="{2B5991D2-A070-8049-9F9E-B16C8E76F62F}">
          <p14:sldIdLst>
            <p14:sldId id="300"/>
            <p14:sldId id="339"/>
            <p14:sldId id="340"/>
          </p14:sldIdLst>
        </p14:section>
        <p14:section name="Section_Breaker Slides" id="{163A6F02-6D3A-304F-A95F-0BB3111AECDE}">
          <p14:sldIdLst>
            <p14:sldId id="330"/>
            <p14:sldId id="368"/>
            <p14:sldId id="364"/>
          </p14:sldIdLst>
        </p14:section>
        <p14:section name="Type and Image Slides" id="{F62B2807-744D-4C46-B3C7-2F6E82F32EEA}">
          <p14:sldIdLst>
            <p14:sldId id="358"/>
            <p14:sldId id="315"/>
            <p14:sldId id="371"/>
            <p14:sldId id="316"/>
            <p14:sldId id="293"/>
            <p14:sldId id="318"/>
            <p14:sldId id="362"/>
            <p14:sldId id="363"/>
          </p14:sldIdLst>
        </p14:section>
        <p14:section name="Charts and Graphs" id="{1861F473-B9E4-E740-BA39-FBF0CD662FC5}">
          <p14:sldIdLst>
            <p14:sldId id="319"/>
            <p14:sldId id="320"/>
            <p14:sldId id="348"/>
            <p14:sldId id="349"/>
          </p14:sldIdLst>
        </p14:section>
        <p14:section name="Video Slide" id="{4085904D-0D86-214A-817A-B883AD2FA011}">
          <p14:sldIdLst>
            <p14:sldId id="322"/>
          </p14:sldIdLst>
        </p14:section>
        <p14:section name="Meet the team Slide" id="{CEC90A3C-FF68-7F42-A73F-3149EB411D2B}">
          <p14:sldIdLst>
            <p14:sldId id="351"/>
            <p14:sldId id="352"/>
          </p14:sldIdLst>
        </p14:section>
        <p14:section name="BIO Slide" id="{0954D6A2-E54D-2C40-98CE-B2871BF69C04}">
          <p14:sldIdLst>
            <p14:sldId id="312"/>
            <p14:sldId id="360"/>
          </p14:sldIdLst>
        </p14:section>
        <p14:section name="Three things to Say Slide" id="{0CD89F6C-1C92-4D42-88A2-9728FE7A883B}">
          <p14:sldIdLst>
            <p14:sldId id="338"/>
          </p14:sldIdLst>
        </p14:section>
        <p14:section name="QUOTE Slide" id="{E1F4538E-91C4-2A43-9FFD-F87DF9F18C0F}">
          <p14:sldIdLst>
            <p14:sldId id="370"/>
            <p14:sldId id="359"/>
          </p14:sldIdLst>
        </p14:section>
        <p14:section name="Any Questions" id="{408547DF-7100-2C45-86F7-529D3AB5CA7F}">
          <p14:sldIdLst>
            <p14:sldId id="354"/>
          </p14:sldIdLst>
        </p14:section>
        <p14:section name="Thank You" id="{2FE8675E-9EBD-474B-8553-DA52A88AD689}">
          <p14:sldIdLst>
            <p14:sldId id="357"/>
          </p14:sldIdLst>
        </p14:section>
        <p14:section name="Backgrounds" id="{B52D7A0E-9DF4-2C4A-A95C-D6CCDA2592B1}">
          <p14:sldIdLst>
            <p14:sldId id="337"/>
            <p14:sldId id="346"/>
            <p14:sldId id="34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570" userDrawn="1">
          <p15:clr>
            <a:srgbClr val="A4A3A4"/>
          </p15:clr>
        </p15:guide>
        <p15:guide id="2" pos="674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A04D2"/>
    <a:srgbClr val="262CFF"/>
    <a:srgbClr val="0299FF"/>
    <a:srgbClr val="ECECEC"/>
    <a:srgbClr val="B4B4B4"/>
    <a:srgbClr val="01F1FF"/>
    <a:srgbClr val="434DFF"/>
    <a:srgbClr val="2C03FF"/>
    <a:srgbClr val="FDFF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C83675-0530-49F8-B300-C0024B9A3DEA}" v="62" dt="2024-05-16T09:17:36.363"/>
    <p1510:client id="{A57FE459-95A7-4A46-A6E6-5FA5EEC8378F}" v="1" dt="2024-05-16T11:38:54.1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ABFCF23-3B69-468F-B69F-88F6DE6A72F2}" styleName="Medium Style 1 –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9DCAF9ED-07DC-4A11-8D7F-57B35C25682E}" styleName="Medium Style 1 –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4C1A8A3-306A-4EB7-A6B1-4F7E0EB9C5D6}" styleName="Medium Style 3 –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–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570"/>
        <p:guide pos="6743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40" Type="http://schemas.openxmlformats.org/officeDocument/2006/relationships/notesMaster" Target="notesMasters/notesMaster1.xml"/><Relationship Id="rId41" Type="http://schemas.openxmlformats.org/officeDocument/2006/relationships/font" Target="fonts/font1.fntdata"/><Relationship Id="rId42" Type="http://schemas.openxmlformats.org/officeDocument/2006/relationships/font" Target="fonts/font2.fntdata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Relationship Id="rId47" Type="http://schemas.microsoft.com/office/2016/11/relationships/changesInfo" Target="changesInfos/changesInfo1.xml"/><Relationship Id="rId4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anon#1cac7c356292ecf2636ff8a25f9d31c9adb5461817334c48fc8397c4a4137db6::" providerId="AD" clId="Web-{E9852A68-AC30-7C4B-5B4B-FDF8B68587AA}"/>
    <pc:docChg chg="modSld">
      <pc:chgData name="Guest User" userId="S::urn:spo:anon#1cac7c356292ecf2636ff8a25f9d31c9adb5461817334c48fc8397c4a4137db6::" providerId="AD" clId="Web-{E9852A68-AC30-7C4B-5B4B-FDF8B68587AA}" dt="2024-03-28T13:05:38.672" v="0"/>
      <pc:docMkLst>
        <pc:docMk/>
      </pc:docMkLst>
      <pc:sldChg chg="mod setBg">
        <pc:chgData name="Guest User" userId="S::urn:spo:anon#1cac7c356292ecf2636ff8a25f9d31c9adb5461817334c48fc8397c4a4137db6::" providerId="AD" clId="Web-{E9852A68-AC30-7C4B-5B4B-FDF8B68587AA}" dt="2024-03-28T13:05:38.672" v="0"/>
        <pc:sldMkLst>
          <pc:docMk/>
          <pc:sldMk cId="1843582503" sldId="367"/>
        </pc:sldMkLst>
      </pc:sldChg>
    </pc:docChg>
  </pc:docChgLst>
  <pc:docChgLst>
    <pc:chgData name="Sophie Smoker" userId="2d1522c4-69d4-4503-a1bd-e72bffde1cfa" providerId="ADAL" clId="{80C83675-0530-49F8-B300-C0024B9A3DEA}"/>
    <pc:docChg chg="undo custSel delSld modSld modMainMaster modSection">
      <pc:chgData name="Sophie Smoker" userId="2d1522c4-69d4-4503-a1bd-e72bffde1cfa" providerId="ADAL" clId="{80C83675-0530-49F8-B300-C0024B9A3DEA}" dt="2024-05-16T09:27:05.566" v="90" actId="478"/>
      <pc:docMkLst>
        <pc:docMk/>
      </pc:docMkLst>
      <pc:sldChg chg="modTransition">
        <pc:chgData name="Sophie Smoker" userId="2d1522c4-69d4-4503-a1bd-e72bffde1cfa" providerId="ADAL" clId="{80C83675-0530-49F8-B300-C0024B9A3DEA}" dt="2024-05-16T09:17:05.547" v="69"/>
        <pc:sldMkLst>
          <pc:docMk/>
          <pc:sldMk cId="1069318758" sldId="293"/>
        </pc:sldMkLst>
      </pc:sldChg>
      <pc:sldChg chg="modTransition">
        <pc:chgData name="Sophie Smoker" userId="2d1522c4-69d4-4503-a1bd-e72bffde1cfa" providerId="ADAL" clId="{80C83675-0530-49F8-B300-C0024B9A3DEA}" dt="2024-05-16T09:15:44.694" v="60"/>
        <pc:sldMkLst>
          <pc:docMk/>
          <pc:sldMk cId="2787796625" sldId="300"/>
        </pc:sldMkLst>
      </pc:sldChg>
      <pc:sldChg chg="modTransition">
        <pc:chgData name="Sophie Smoker" userId="2d1522c4-69d4-4503-a1bd-e72bffde1cfa" providerId="ADAL" clId="{80C83675-0530-49F8-B300-C0024B9A3DEA}" dt="2024-05-16T09:17:20.510" v="78"/>
        <pc:sldMkLst>
          <pc:docMk/>
          <pc:sldMk cId="704122850" sldId="312"/>
        </pc:sldMkLst>
      </pc:sldChg>
      <pc:sldChg chg="modTransition">
        <pc:chgData name="Sophie Smoker" userId="2d1522c4-69d4-4503-a1bd-e72bffde1cfa" providerId="ADAL" clId="{80C83675-0530-49F8-B300-C0024B9A3DEA}" dt="2024-05-16T09:17:01.382" v="67"/>
        <pc:sldMkLst>
          <pc:docMk/>
          <pc:sldMk cId="1348184185" sldId="315"/>
        </pc:sldMkLst>
      </pc:sldChg>
      <pc:sldChg chg="modTransition">
        <pc:chgData name="Sophie Smoker" userId="2d1522c4-69d4-4503-a1bd-e72bffde1cfa" providerId="ADAL" clId="{80C83675-0530-49F8-B300-C0024B9A3DEA}" dt="2024-05-16T09:15:53.315" v="66"/>
        <pc:sldMkLst>
          <pc:docMk/>
          <pc:sldMk cId="2246125422" sldId="316"/>
        </pc:sldMkLst>
      </pc:sldChg>
      <pc:sldChg chg="modTransition">
        <pc:chgData name="Sophie Smoker" userId="2d1522c4-69d4-4503-a1bd-e72bffde1cfa" providerId="ADAL" clId="{80C83675-0530-49F8-B300-C0024B9A3DEA}" dt="2024-05-16T09:17:03.644" v="68"/>
        <pc:sldMkLst>
          <pc:docMk/>
          <pc:sldMk cId="3630203718" sldId="318"/>
        </pc:sldMkLst>
      </pc:sldChg>
      <pc:sldChg chg="modTransition">
        <pc:chgData name="Sophie Smoker" userId="2d1522c4-69d4-4503-a1bd-e72bffde1cfa" providerId="ADAL" clId="{80C83675-0530-49F8-B300-C0024B9A3DEA}" dt="2024-05-16T09:17:14.766" v="74"/>
        <pc:sldMkLst>
          <pc:docMk/>
          <pc:sldMk cId="3466093509" sldId="319"/>
        </pc:sldMkLst>
      </pc:sldChg>
      <pc:sldChg chg="modTransition">
        <pc:chgData name="Sophie Smoker" userId="2d1522c4-69d4-4503-a1bd-e72bffde1cfa" providerId="ADAL" clId="{80C83675-0530-49F8-B300-C0024B9A3DEA}" dt="2024-05-16T09:17:16.383" v="75"/>
        <pc:sldMkLst>
          <pc:docMk/>
          <pc:sldMk cId="2639056060" sldId="320"/>
        </pc:sldMkLst>
      </pc:sldChg>
      <pc:sldChg chg="modTransition">
        <pc:chgData name="Sophie Smoker" userId="2d1522c4-69d4-4503-a1bd-e72bffde1cfa" providerId="ADAL" clId="{80C83675-0530-49F8-B300-C0024B9A3DEA}" dt="2024-05-16T09:17:22.086" v="79"/>
        <pc:sldMkLst>
          <pc:docMk/>
          <pc:sldMk cId="1934098798" sldId="322"/>
        </pc:sldMkLst>
      </pc:sldChg>
      <pc:sldChg chg="modTransition">
        <pc:chgData name="Sophie Smoker" userId="2d1522c4-69d4-4503-a1bd-e72bffde1cfa" providerId="ADAL" clId="{80C83675-0530-49F8-B300-C0024B9A3DEA}" dt="2024-05-16T09:15:41.517" v="58"/>
        <pc:sldMkLst>
          <pc:docMk/>
          <pc:sldMk cId="2227540687" sldId="326"/>
        </pc:sldMkLst>
      </pc:sldChg>
      <pc:sldChg chg="modTransition">
        <pc:chgData name="Sophie Smoker" userId="2d1522c4-69d4-4503-a1bd-e72bffde1cfa" providerId="ADAL" clId="{80C83675-0530-49F8-B300-C0024B9A3DEA}" dt="2024-05-16T09:15:43.335" v="59"/>
        <pc:sldMkLst>
          <pc:docMk/>
          <pc:sldMk cId="1849140045" sldId="327"/>
        </pc:sldMkLst>
      </pc:sldChg>
      <pc:sldChg chg="modTransition">
        <pc:chgData name="Sophie Smoker" userId="2d1522c4-69d4-4503-a1bd-e72bffde1cfa" providerId="ADAL" clId="{80C83675-0530-49F8-B300-C0024B9A3DEA}" dt="2024-05-16T09:15:47.818" v="63"/>
        <pc:sldMkLst>
          <pc:docMk/>
          <pc:sldMk cId="3992753819" sldId="330"/>
        </pc:sldMkLst>
      </pc:sldChg>
      <pc:sldChg chg="modTransition">
        <pc:chgData name="Sophie Smoker" userId="2d1522c4-69d4-4503-a1bd-e72bffde1cfa" providerId="ADAL" clId="{80C83675-0530-49F8-B300-C0024B9A3DEA}" dt="2024-05-16T09:17:29.631" v="83"/>
        <pc:sldMkLst>
          <pc:docMk/>
          <pc:sldMk cId="3885488729" sldId="337"/>
        </pc:sldMkLst>
      </pc:sldChg>
      <pc:sldChg chg="modTransition">
        <pc:chgData name="Sophie Smoker" userId="2d1522c4-69d4-4503-a1bd-e72bffde1cfa" providerId="ADAL" clId="{80C83675-0530-49F8-B300-C0024B9A3DEA}" dt="2024-05-16T09:17:23.914" v="80"/>
        <pc:sldMkLst>
          <pc:docMk/>
          <pc:sldMk cId="1919410529" sldId="338"/>
        </pc:sldMkLst>
      </pc:sldChg>
      <pc:sldChg chg="modTransition">
        <pc:chgData name="Sophie Smoker" userId="2d1522c4-69d4-4503-a1bd-e72bffde1cfa" providerId="ADAL" clId="{80C83675-0530-49F8-B300-C0024B9A3DEA}" dt="2024-05-16T09:15:45.800" v="61"/>
        <pc:sldMkLst>
          <pc:docMk/>
          <pc:sldMk cId="2043005682" sldId="339"/>
        </pc:sldMkLst>
      </pc:sldChg>
      <pc:sldChg chg="modTransition">
        <pc:chgData name="Sophie Smoker" userId="2d1522c4-69d4-4503-a1bd-e72bffde1cfa" providerId="ADAL" clId="{80C83675-0530-49F8-B300-C0024B9A3DEA}" dt="2024-05-16T09:15:46.876" v="62"/>
        <pc:sldMkLst>
          <pc:docMk/>
          <pc:sldMk cId="3553162404" sldId="340"/>
        </pc:sldMkLst>
      </pc:sldChg>
      <pc:sldChg chg="del modTransition">
        <pc:chgData name="Sophie Smoker" userId="2d1522c4-69d4-4503-a1bd-e72bffde1cfa" providerId="ADAL" clId="{80C83675-0530-49F8-B300-C0024B9A3DEA}" dt="2024-05-09T10:47:53.666" v="10" actId="47"/>
        <pc:sldMkLst>
          <pc:docMk/>
          <pc:sldMk cId="3370934869" sldId="345"/>
        </pc:sldMkLst>
      </pc:sldChg>
      <pc:sldChg chg="modTransition">
        <pc:chgData name="Sophie Smoker" userId="2d1522c4-69d4-4503-a1bd-e72bffde1cfa" providerId="ADAL" clId="{80C83675-0530-49F8-B300-C0024B9A3DEA}" dt="2024-05-16T09:17:31.291" v="84"/>
        <pc:sldMkLst>
          <pc:docMk/>
          <pc:sldMk cId="2672867521" sldId="346"/>
        </pc:sldMkLst>
      </pc:sldChg>
      <pc:sldChg chg="modTransition">
        <pc:chgData name="Sophie Smoker" userId="2d1522c4-69d4-4503-a1bd-e72bffde1cfa" providerId="ADAL" clId="{80C83675-0530-49F8-B300-C0024B9A3DEA}" dt="2024-05-16T09:17:32.998" v="85"/>
        <pc:sldMkLst>
          <pc:docMk/>
          <pc:sldMk cId="168084101" sldId="347"/>
        </pc:sldMkLst>
      </pc:sldChg>
      <pc:sldChg chg="modTransition">
        <pc:chgData name="Sophie Smoker" userId="2d1522c4-69d4-4503-a1bd-e72bffde1cfa" providerId="ADAL" clId="{80C83675-0530-49F8-B300-C0024B9A3DEA}" dt="2024-05-16T09:17:10.634" v="72"/>
        <pc:sldMkLst>
          <pc:docMk/>
          <pc:sldMk cId="560523710" sldId="348"/>
        </pc:sldMkLst>
      </pc:sldChg>
      <pc:sldChg chg="modTransition">
        <pc:chgData name="Sophie Smoker" userId="2d1522c4-69d4-4503-a1bd-e72bffde1cfa" providerId="ADAL" clId="{80C83675-0530-49F8-B300-C0024B9A3DEA}" dt="2024-05-16T09:17:13.181" v="73"/>
        <pc:sldMkLst>
          <pc:docMk/>
          <pc:sldMk cId="1896098109" sldId="349"/>
        </pc:sldMkLst>
      </pc:sldChg>
      <pc:sldChg chg="modTransition">
        <pc:chgData name="Sophie Smoker" userId="2d1522c4-69d4-4503-a1bd-e72bffde1cfa" providerId="ADAL" clId="{80C83675-0530-49F8-B300-C0024B9A3DEA}" dt="2024-05-16T09:17:17.758" v="76"/>
        <pc:sldMkLst>
          <pc:docMk/>
          <pc:sldMk cId="3169541436" sldId="351"/>
        </pc:sldMkLst>
      </pc:sldChg>
      <pc:sldChg chg="modTransition">
        <pc:chgData name="Sophie Smoker" userId="2d1522c4-69d4-4503-a1bd-e72bffde1cfa" providerId="ADAL" clId="{80C83675-0530-49F8-B300-C0024B9A3DEA}" dt="2024-05-16T09:17:19.121" v="77"/>
        <pc:sldMkLst>
          <pc:docMk/>
          <pc:sldMk cId="34321025" sldId="352"/>
        </pc:sldMkLst>
      </pc:sldChg>
      <pc:sldChg chg="modTransition">
        <pc:chgData name="Sophie Smoker" userId="2d1522c4-69d4-4503-a1bd-e72bffde1cfa" providerId="ADAL" clId="{80C83675-0530-49F8-B300-C0024B9A3DEA}" dt="2024-05-16T09:17:29.631" v="83"/>
        <pc:sldMkLst>
          <pc:docMk/>
          <pc:sldMk cId="2923926269" sldId="354"/>
        </pc:sldMkLst>
      </pc:sldChg>
      <pc:sldChg chg="modTransition">
        <pc:chgData name="Sophie Smoker" userId="2d1522c4-69d4-4503-a1bd-e72bffde1cfa" providerId="ADAL" clId="{80C83675-0530-49F8-B300-C0024B9A3DEA}" dt="2024-05-16T09:17:34.591" v="86"/>
        <pc:sldMkLst>
          <pc:docMk/>
          <pc:sldMk cId="2054628557" sldId="357"/>
        </pc:sldMkLst>
      </pc:sldChg>
      <pc:sldChg chg="modTransition">
        <pc:chgData name="Sophie Smoker" userId="2d1522c4-69d4-4503-a1bd-e72bffde1cfa" providerId="ADAL" clId="{80C83675-0530-49F8-B300-C0024B9A3DEA}" dt="2024-05-16T09:15:53.315" v="66"/>
        <pc:sldMkLst>
          <pc:docMk/>
          <pc:sldMk cId="4056738521" sldId="358"/>
        </pc:sldMkLst>
      </pc:sldChg>
      <pc:sldChg chg="modTransition">
        <pc:chgData name="Sophie Smoker" userId="2d1522c4-69d4-4503-a1bd-e72bffde1cfa" providerId="ADAL" clId="{80C83675-0530-49F8-B300-C0024B9A3DEA}" dt="2024-05-16T09:17:27.620" v="82"/>
        <pc:sldMkLst>
          <pc:docMk/>
          <pc:sldMk cId="1437159973" sldId="359"/>
        </pc:sldMkLst>
      </pc:sldChg>
      <pc:sldChg chg="modTransition">
        <pc:chgData name="Sophie Smoker" userId="2d1522c4-69d4-4503-a1bd-e72bffde1cfa" providerId="ADAL" clId="{80C83675-0530-49F8-B300-C0024B9A3DEA}" dt="2024-05-16T09:17:20.510" v="78"/>
        <pc:sldMkLst>
          <pc:docMk/>
          <pc:sldMk cId="1169360166" sldId="360"/>
        </pc:sldMkLst>
      </pc:sldChg>
      <pc:sldChg chg="modTransition">
        <pc:chgData name="Sophie Smoker" userId="2d1522c4-69d4-4503-a1bd-e72bffde1cfa" providerId="ADAL" clId="{80C83675-0530-49F8-B300-C0024B9A3DEA}" dt="2024-05-16T09:17:07.440" v="70"/>
        <pc:sldMkLst>
          <pc:docMk/>
          <pc:sldMk cId="1557603913" sldId="362"/>
        </pc:sldMkLst>
      </pc:sldChg>
      <pc:sldChg chg="modTransition">
        <pc:chgData name="Sophie Smoker" userId="2d1522c4-69d4-4503-a1bd-e72bffde1cfa" providerId="ADAL" clId="{80C83675-0530-49F8-B300-C0024B9A3DEA}" dt="2024-05-16T09:17:08.989" v="71"/>
        <pc:sldMkLst>
          <pc:docMk/>
          <pc:sldMk cId="2172083587" sldId="363"/>
        </pc:sldMkLst>
      </pc:sldChg>
      <pc:sldChg chg="modTransition">
        <pc:chgData name="Sophie Smoker" userId="2d1522c4-69d4-4503-a1bd-e72bffde1cfa" providerId="ADAL" clId="{80C83675-0530-49F8-B300-C0024B9A3DEA}" dt="2024-05-16T09:15:50.840" v="65"/>
        <pc:sldMkLst>
          <pc:docMk/>
          <pc:sldMk cId="1269128281" sldId="364"/>
        </pc:sldMkLst>
      </pc:sldChg>
      <pc:sldChg chg="modTransition">
        <pc:chgData name="Sophie Smoker" userId="2d1522c4-69d4-4503-a1bd-e72bffde1cfa" providerId="ADAL" clId="{80C83675-0530-49F8-B300-C0024B9A3DEA}" dt="2024-05-16T09:15:37.511" v="57"/>
        <pc:sldMkLst>
          <pc:docMk/>
          <pc:sldMk cId="838671120" sldId="365"/>
        </pc:sldMkLst>
      </pc:sldChg>
      <pc:sldChg chg="modTransition">
        <pc:chgData name="Sophie Smoker" userId="2d1522c4-69d4-4503-a1bd-e72bffde1cfa" providerId="ADAL" clId="{80C83675-0530-49F8-B300-C0024B9A3DEA}" dt="2024-05-16T09:15:37.511" v="57"/>
        <pc:sldMkLst>
          <pc:docMk/>
          <pc:sldMk cId="1843582503" sldId="367"/>
        </pc:sldMkLst>
      </pc:sldChg>
      <pc:sldChg chg="modTransition">
        <pc:chgData name="Sophie Smoker" userId="2d1522c4-69d4-4503-a1bd-e72bffde1cfa" providerId="ADAL" clId="{80C83675-0530-49F8-B300-C0024B9A3DEA}" dt="2024-05-16T09:15:48.618" v="64"/>
        <pc:sldMkLst>
          <pc:docMk/>
          <pc:sldMk cId="4185595694" sldId="368"/>
        </pc:sldMkLst>
      </pc:sldChg>
      <pc:sldChg chg="modTransition">
        <pc:chgData name="Sophie Smoker" userId="2d1522c4-69d4-4503-a1bd-e72bffde1cfa" providerId="ADAL" clId="{80C83675-0530-49F8-B300-C0024B9A3DEA}" dt="2024-05-16T09:17:26.054" v="81"/>
        <pc:sldMkLst>
          <pc:docMk/>
          <pc:sldMk cId="2388662391" sldId="370"/>
        </pc:sldMkLst>
      </pc:sldChg>
      <pc:sldChg chg="modTransition">
        <pc:chgData name="Sophie Smoker" userId="2d1522c4-69d4-4503-a1bd-e72bffde1cfa" providerId="ADAL" clId="{80C83675-0530-49F8-B300-C0024B9A3DEA}" dt="2024-05-16T09:17:01.382" v="67"/>
        <pc:sldMkLst>
          <pc:docMk/>
          <pc:sldMk cId="3644697166" sldId="371"/>
        </pc:sldMkLst>
      </pc:sldChg>
      <pc:sldMasterChg chg="modSldLayout">
        <pc:chgData name="Sophie Smoker" userId="2d1522c4-69d4-4503-a1bd-e72bffde1cfa" providerId="ADAL" clId="{80C83675-0530-49F8-B300-C0024B9A3DEA}" dt="2024-05-16T09:27:05.566" v="90" actId="478"/>
        <pc:sldMasterMkLst>
          <pc:docMk/>
          <pc:sldMasterMk cId="1828827019" sldId="2147483648"/>
        </pc:sldMasterMkLst>
        <pc:sldLayoutChg chg="delSp mod modTransition">
          <pc:chgData name="Sophie Smoker" userId="2d1522c4-69d4-4503-a1bd-e72bffde1cfa" providerId="ADAL" clId="{80C83675-0530-49F8-B300-C0024B9A3DEA}" dt="2024-05-16T09:15:47.818" v="63"/>
          <pc:sldLayoutMkLst>
            <pc:docMk/>
            <pc:sldMasterMk cId="1828827019" sldId="2147483648"/>
            <pc:sldLayoutMk cId="727498587" sldId="2147483651"/>
          </pc:sldLayoutMkLst>
          <pc:spChg chg="del">
            <ac:chgData name="Sophie Smoker" userId="2d1522c4-69d4-4503-a1bd-e72bffde1cfa" providerId="ADAL" clId="{80C83675-0530-49F8-B300-C0024B9A3DEA}" dt="2024-05-13T08:55:51.029" v="40" actId="478"/>
            <ac:spMkLst>
              <pc:docMk/>
              <pc:sldMasterMk cId="1828827019" sldId="2147483648"/>
              <pc:sldLayoutMk cId="727498587" sldId="2147483651"/>
              <ac:spMk id="15" creationId="{52ADC138-7890-FBA4-A092-A29248C5B177}"/>
            </ac:spMkLst>
          </pc:spChg>
        </pc:sldLayoutChg>
        <pc:sldLayoutChg chg="modTransition">
          <pc:chgData name="Sophie Smoker" userId="2d1522c4-69d4-4503-a1bd-e72bffde1cfa" providerId="ADAL" clId="{80C83675-0530-49F8-B300-C0024B9A3DEA}" dt="2024-05-16T09:17:29.631" v="83"/>
          <pc:sldLayoutMkLst>
            <pc:docMk/>
            <pc:sldMasterMk cId="1828827019" sldId="2147483648"/>
            <pc:sldLayoutMk cId="3792569821" sldId="2147483654"/>
          </pc:sldLayoutMkLst>
        </pc:sldLayoutChg>
        <pc:sldLayoutChg chg="addSp delSp mod modTransition">
          <pc:chgData name="Sophie Smoker" userId="2d1522c4-69d4-4503-a1bd-e72bffde1cfa" providerId="ADAL" clId="{80C83675-0530-49F8-B300-C0024B9A3DEA}" dt="2024-05-16T09:15:37.511" v="57"/>
          <pc:sldLayoutMkLst>
            <pc:docMk/>
            <pc:sldMasterMk cId="1828827019" sldId="2147483648"/>
            <pc:sldLayoutMk cId="250646672" sldId="2147483663"/>
          </pc:sldLayoutMkLst>
          <pc:spChg chg="add del">
            <ac:chgData name="Sophie Smoker" userId="2d1522c4-69d4-4503-a1bd-e72bffde1cfa" providerId="ADAL" clId="{80C83675-0530-49F8-B300-C0024B9A3DEA}" dt="2024-05-13T08:55:24.607" v="34" actId="478"/>
            <ac:spMkLst>
              <pc:docMk/>
              <pc:sldMasterMk cId="1828827019" sldId="2147483648"/>
              <pc:sldLayoutMk cId="250646672" sldId="2147483663"/>
              <ac:spMk id="16" creationId="{6AFADE68-C43A-7B29-C82A-B2C780E93FE0}"/>
            </ac:spMkLst>
          </pc:spChg>
        </pc:sldLayoutChg>
        <pc:sldLayoutChg chg="delSp mod modTransition">
          <pc:chgData name="Sophie Smoker" userId="2d1522c4-69d4-4503-a1bd-e72bffde1cfa" providerId="ADAL" clId="{80C83675-0530-49F8-B300-C0024B9A3DEA}" dt="2024-05-16T09:15:48.618" v="64"/>
          <pc:sldLayoutMkLst>
            <pc:docMk/>
            <pc:sldMasterMk cId="1828827019" sldId="2147483648"/>
            <pc:sldLayoutMk cId="907293005" sldId="2147483664"/>
          </pc:sldLayoutMkLst>
          <pc:spChg chg="del">
            <ac:chgData name="Sophie Smoker" userId="2d1522c4-69d4-4503-a1bd-e72bffde1cfa" providerId="ADAL" clId="{80C83675-0530-49F8-B300-C0024B9A3DEA}" dt="2024-05-13T08:55:57.068" v="41" actId="478"/>
            <ac:spMkLst>
              <pc:docMk/>
              <pc:sldMasterMk cId="1828827019" sldId="2147483648"/>
              <pc:sldLayoutMk cId="907293005" sldId="2147483664"/>
              <ac:spMk id="16" creationId="{6AFADE68-C43A-7B29-C82A-B2C780E93FE0}"/>
            </ac:spMkLst>
          </pc:spChg>
        </pc:sldLayoutChg>
        <pc:sldLayoutChg chg="delSp mod modTransition">
          <pc:chgData name="Sophie Smoker" userId="2d1522c4-69d4-4503-a1bd-e72bffde1cfa" providerId="ADAL" clId="{80C83675-0530-49F8-B300-C0024B9A3DEA}" dt="2024-05-16T09:17:05.547" v="69"/>
          <pc:sldLayoutMkLst>
            <pc:docMk/>
            <pc:sldMasterMk cId="1828827019" sldId="2147483648"/>
            <pc:sldLayoutMk cId="1542667316" sldId="2147483666"/>
          </pc:sldLayoutMkLst>
          <pc:spChg chg="del">
            <ac:chgData name="Sophie Smoker" userId="2d1522c4-69d4-4503-a1bd-e72bffde1cfa" providerId="ADAL" clId="{80C83675-0530-49F8-B300-C0024B9A3DEA}" dt="2024-05-13T08:56:58.504" v="51" actId="478"/>
            <ac:spMkLst>
              <pc:docMk/>
              <pc:sldMasterMk cId="1828827019" sldId="2147483648"/>
              <pc:sldLayoutMk cId="1542667316" sldId="2147483666"/>
              <ac:spMk id="3" creationId="{EF510883-7B17-2621-AA0E-6046D9E6AE96}"/>
            </ac:spMkLst>
          </pc:spChg>
        </pc:sldLayoutChg>
        <pc:sldLayoutChg chg="delSp mod modTransition">
          <pc:chgData name="Sophie Smoker" userId="2d1522c4-69d4-4503-a1bd-e72bffde1cfa" providerId="ADAL" clId="{80C83675-0530-49F8-B300-C0024B9A3DEA}" dt="2024-05-16T09:15:53.315" v="66"/>
          <pc:sldLayoutMkLst>
            <pc:docMk/>
            <pc:sldMasterMk cId="1828827019" sldId="2147483648"/>
            <pc:sldLayoutMk cId="1019231316" sldId="2147483667"/>
          </pc:sldLayoutMkLst>
          <pc:spChg chg="del">
            <ac:chgData name="Sophie Smoker" userId="2d1522c4-69d4-4503-a1bd-e72bffde1cfa" providerId="ADAL" clId="{80C83675-0530-49F8-B300-C0024B9A3DEA}" dt="2024-05-13T08:56:44.901" v="48" actId="478"/>
            <ac:spMkLst>
              <pc:docMk/>
              <pc:sldMasterMk cId="1828827019" sldId="2147483648"/>
              <pc:sldLayoutMk cId="1019231316" sldId="2147483667"/>
              <ac:spMk id="16" creationId="{6AFADE68-C43A-7B29-C82A-B2C780E93FE0}"/>
            </ac:spMkLst>
          </pc:spChg>
        </pc:sldLayoutChg>
        <pc:sldLayoutChg chg="delSp mod modTransition">
          <pc:chgData name="Sophie Smoker" userId="2d1522c4-69d4-4503-a1bd-e72bffde1cfa" providerId="ADAL" clId="{80C83675-0530-49F8-B300-C0024B9A3DEA}" dt="2024-05-16T09:15:44.694" v="60"/>
          <pc:sldLayoutMkLst>
            <pc:docMk/>
            <pc:sldMasterMk cId="1828827019" sldId="2147483648"/>
            <pc:sldLayoutMk cId="2062860231" sldId="2147483680"/>
          </pc:sldLayoutMkLst>
          <pc:spChg chg="del">
            <ac:chgData name="Sophie Smoker" userId="2d1522c4-69d4-4503-a1bd-e72bffde1cfa" providerId="ADAL" clId="{80C83675-0530-49F8-B300-C0024B9A3DEA}" dt="2024-05-13T08:55:35.694" v="37" actId="478"/>
            <ac:spMkLst>
              <pc:docMk/>
              <pc:sldMasterMk cId="1828827019" sldId="2147483648"/>
              <pc:sldLayoutMk cId="2062860231" sldId="2147483680"/>
              <ac:spMk id="16" creationId="{6AFADE68-C43A-7B29-C82A-B2C780E93FE0}"/>
            </ac:spMkLst>
          </pc:spChg>
        </pc:sldLayoutChg>
        <pc:sldLayoutChg chg="delSp mod modTransition">
          <pc:chgData name="Sophie Smoker" userId="2d1522c4-69d4-4503-a1bd-e72bffde1cfa" providerId="ADAL" clId="{80C83675-0530-49F8-B300-C0024B9A3DEA}" dt="2024-05-16T09:17:07.440" v="70"/>
          <pc:sldLayoutMkLst>
            <pc:docMk/>
            <pc:sldMasterMk cId="1828827019" sldId="2147483648"/>
            <pc:sldLayoutMk cId="668690267" sldId="2147483683"/>
          </pc:sldLayoutMkLst>
          <pc:spChg chg="del">
            <ac:chgData name="Sophie Smoker" userId="2d1522c4-69d4-4503-a1bd-e72bffde1cfa" providerId="ADAL" clId="{80C83675-0530-49F8-B300-C0024B9A3DEA}" dt="2024-05-13T08:57:05.341" v="52" actId="478"/>
            <ac:spMkLst>
              <pc:docMk/>
              <pc:sldMasterMk cId="1828827019" sldId="2147483648"/>
              <pc:sldLayoutMk cId="668690267" sldId="2147483683"/>
              <ac:spMk id="10" creationId="{8F08ECD6-7E7E-6721-BA86-802381C7C2A2}"/>
            </ac:spMkLst>
          </pc:spChg>
        </pc:sldLayoutChg>
        <pc:sldLayoutChg chg="modTransition">
          <pc:chgData name="Sophie Smoker" userId="2d1522c4-69d4-4503-a1bd-e72bffde1cfa" providerId="ADAL" clId="{80C83675-0530-49F8-B300-C0024B9A3DEA}" dt="2024-05-16T09:17:17.758" v="76"/>
          <pc:sldLayoutMkLst>
            <pc:docMk/>
            <pc:sldMasterMk cId="1828827019" sldId="2147483648"/>
            <pc:sldLayoutMk cId="120870780" sldId="2147483684"/>
          </pc:sldLayoutMkLst>
        </pc:sldLayoutChg>
        <pc:sldLayoutChg chg="modTransition">
          <pc:chgData name="Sophie Smoker" userId="2d1522c4-69d4-4503-a1bd-e72bffde1cfa" providerId="ADAL" clId="{80C83675-0530-49F8-B300-C0024B9A3DEA}" dt="2024-05-16T09:17:20.510" v="78"/>
          <pc:sldLayoutMkLst>
            <pc:docMk/>
            <pc:sldMasterMk cId="1828827019" sldId="2147483648"/>
            <pc:sldLayoutMk cId="4024152119" sldId="2147483685"/>
          </pc:sldLayoutMkLst>
        </pc:sldLayoutChg>
        <pc:sldLayoutChg chg="delSp mod modTransition">
          <pc:chgData name="Sophie Smoker" userId="2d1522c4-69d4-4503-a1bd-e72bffde1cfa" providerId="ADAL" clId="{80C83675-0530-49F8-B300-C0024B9A3DEA}" dt="2024-05-16T09:17:01.382" v="67"/>
          <pc:sldLayoutMkLst>
            <pc:docMk/>
            <pc:sldMasterMk cId="1828827019" sldId="2147483648"/>
            <pc:sldLayoutMk cId="4129230517" sldId="2147483686"/>
          </pc:sldLayoutMkLst>
          <pc:spChg chg="del">
            <ac:chgData name="Sophie Smoker" userId="2d1522c4-69d4-4503-a1bd-e72bffde1cfa" providerId="ADAL" clId="{80C83675-0530-49F8-B300-C0024B9A3DEA}" dt="2024-05-13T08:56:48.730" v="49" actId="478"/>
            <ac:spMkLst>
              <pc:docMk/>
              <pc:sldMasterMk cId="1828827019" sldId="2147483648"/>
              <pc:sldLayoutMk cId="4129230517" sldId="2147483686"/>
              <ac:spMk id="3" creationId="{A7CBA908-04D6-3244-F599-4AAFDF2629C3}"/>
            </ac:spMkLst>
          </pc:spChg>
        </pc:sldLayoutChg>
        <pc:sldLayoutChg chg="delSp mod modTransition">
          <pc:chgData name="Sophie Smoker" userId="2d1522c4-69d4-4503-a1bd-e72bffde1cfa" providerId="ADAL" clId="{80C83675-0530-49F8-B300-C0024B9A3DEA}" dt="2024-05-16T09:17:03.644" v="68"/>
          <pc:sldLayoutMkLst>
            <pc:docMk/>
            <pc:sldMasterMk cId="1828827019" sldId="2147483648"/>
            <pc:sldLayoutMk cId="4209566509" sldId="2147483687"/>
          </pc:sldLayoutMkLst>
          <pc:spChg chg="del">
            <ac:chgData name="Sophie Smoker" userId="2d1522c4-69d4-4503-a1bd-e72bffde1cfa" providerId="ADAL" clId="{80C83675-0530-49F8-B300-C0024B9A3DEA}" dt="2024-05-13T08:56:53.987" v="50" actId="478"/>
            <ac:spMkLst>
              <pc:docMk/>
              <pc:sldMasterMk cId="1828827019" sldId="2147483648"/>
              <pc:sldLayoutMk cId="4209566509" sldId="2147483687"/>
              <ac:spMk id="3" creationId="{8E88E5E0-A486-E2AD-7300-D61CDB3C6647}"/>
            </ac:spMkLst>
          </pc:spChg>
        </pc:sldLayoutChg>
        <pc:sldLayoutChg chg="delSp mod modTransition">
          <pc:chgData name="Sophie Smoker" userId="2d1522c4-69d4-4503-a1bd-e72bffde1cfa" providerId="ADAL" clId="{80C83675-0530-49F8-B300-C0024B9A3DEA}" dt="2024-05-16T09:17:14.766" v="74"/>
          <pc:sldLayoutMkLst>
            <pc:docMk/>
            <pc:sldMasterMk cId="1828827019" sldId="2147483648"/>
            <pc:sldLayoutMk cId="4039579541" sldId="2147483688"/>
          </pc:sldLayoutMkLst>
          <pc:spChg chg="del">
            <ac:chgData name="Sophie Smoker" userId="2d1522c4-69d4-4503-a1bd-e72bffde1cfa" providerId="ADAL" clId="{80C83675-0530-49F8-B300-C0024B9A3DEA}" dt="2024-05-13T08:57:18.981" v="55" actId="478"/>
            <ac:spMkLst>
              <pc:docMk/>
              <pc:sldMasterMk cId="1828827019" sldId="2147483648"/>
              <pc:sldLayoutMk cId="4039579541" sldId="2147483688"/>
              <ac:spMk id="3" creationId="{C7AA42EF-6986-4183-8759-164762F2DCF8}"/>
            </ac:spMkLst>
          </pc:spChg>
        </pc:sldLayoutChg>
        <pc:sldLayoutChg chg="delSp mod modTransition">
          <pc:chgData name="Sophie Smoker" userId="2d1522c4-69d4-4503-a1bd-e72bffde1cfa" providerId="ADAL" clId="{80C83675-0530-49F8-B300-C0024B9A3DEA}" dt="2024-05-16T09:17:16.383" v="75"/>
          <pc:sldLayoutMkLst>
            <pc:docMk/>
            <pc:sldMasterMk cId="1828827019" sldId="2147483648"/>
            <pc:sldLayoutMk cId="980556003" sldId="2147483689"/>
          </pc:sldLayoutMkLst>
          <pc:spChg chg="del">
            <ac:chgData name="Sophie Smoker" userId="2d1522c4-69d4-4503-a1bd-e72bffde1cfa" providerId="ADAL" clId="{80C83675-0530-49F8-B300-C0024B9A3DEA}" dt="2024-05-13T08:57:27.505" v="56" actId="478"/>
            <ac:spMkLst>
              <pc:docMk/>
              <pc:sldMasterMk cId="1828827019" sldId="2147483648"/>
              <pc:sldLayoutMk cId="980556003" sldId="2147483689"/>
              <ac:spMk id="3" creationId="{08391D50-A614-6F0D-A9E1-9E7AB2E732B3}"/>
            </ac:spMkLst>
          </pc:spChg>
        </pc:sldLayoutChg>
        <pc:sldLayoutChg chg="modTransition">
          <pc:chgData name="Sophie Smoker" userId="2d1522c4-69d4-4503-a1bd-e72bffde1cfa" providerId="ADAL" clId="{80C83675-0530-49F8-B300-C0024B9A3DEA}" dt="2024-05-16T09:17:22.086" v="79"/>
          <pc:sldLayoutMkLst>
            <pc:docMk/>
            <pc:sldMasterMk cId="1828827019" sldId="2147483648"/>
            <pc:sldLayoutMk cId="31018535" sldId="2147483690"/>
          </pc:sldLayoutMkLst>
        </pc:sldLayoutChg>
        <pc:sldLayoutChg chg="delSp mod modTransition">
          <pc:chgData name="Sophie Smoker" userId="2d1522c4-69d4-4503-a1bd-e72bffde1cfa" providerId="ADAL" clId="{80C83675-0530-49F8-B300-C0024B9A3DEA}" dt="2024-05-16T09:15:43.335" v="59"/>
          <pc:sldLayoutMkLst>
            <pc:docMk/>
            <pc:sldMasterMk cId="1828827019" sldId="2147483648"/>
            <pc:sldLayoutMk cId="1554542861" sldId="2147483691"/>
          </pc:sldLayoutMkLst>
          <pc:spChg chg="del">
            <ac:chgData name="Sophie Smoker" userId="2d1522c4-69d4-4503-a1bd-e72bffde1cfa" providerId="ADAL" clId="{80C83675-0530-49F8-B300-C0024B9A3DEA}" dt="2024-05-13T08:55:31.734" v="36" actId="478"/>
            <ac:spMkLst>
              <pc:docMk/>
              <pc:sldMasterMk cId="1828827019" sldId="2147483648"/>
              <pc:sldLayoutMk cId="1554542861" sldId="2147483691"/>
              <ac:spMk id="16" creationId="{6AFADE68-C43A-7B29-C82A-B2C780E93FE0}"/>
            </ac:spMkLst>
          </pc:spChg>
        </pc:sldLayoutChg>
        <pc:sldLayoutChg chg="delSp mod modTransition">
          <pc:chgData name="Sophie Smoker" userId="2d1522c4-69d4-4503-a1bd-e72bffde1cfa" providerId="ADAL" clId="{80C83675-0530-49F8-B300-C0024B9A3DEA}" dt="2024-05-16T09:15:41.517" v="58"/>
          <pc:sldLayoutMkLst>
            <pc:docMk/>
            <pc:sldMasterMk cId="1828827019" sldId="2147483648"/>
            <pc:sldLayoutMk cId="454859376" sldId="2147483692"/>
          </pc:sldLayoutMkLst>
          <pc:spChg chg="del">
            <ac:chgData name="Sophie Smoker" userId="2d1522c4-69d4-4503-a1bd-e72bffde1cfa" providerId="ADAL" clId="{80C83675-0530-49F8-B300-C0024B9A3DEA}" dt="2024-05-13T08:55:28.563" v="35" actId="478"/>
            <ac:spMkLst>
              <pc:docMk/>
              <pc:sldMasterMk cId="1828827019" sldId="2147483648"/>
              <pc:sldLayoutMk cId="454859376" sldId="2147483692"/>
              <ac:spMk id="16" creationId="{6AFADE68-C43A-7B29-C82A-B2C780E93FE0}"/>
            </ac:spMkLst>
          </pc:spChg>
        </pc:sldLayoutChg>
        <pc:sldLayoutChg chg="modTransition">
          <pc:chgData name="Sophie Smoker" userId="2d1522c4-69d4-4503-a1bd-e72bffde1cfa" providerId="ADAL" clId="{80C83675-0530-49F8-B300-C0024B9A3DEA}" dt="2024-05-16T09:17:26.054" v="81"/>
          <pc:sldLayoutMkLst>
            <pc:docMk/>
            <pc:sldMasterMk cId="1828827019" sldId="2147483648"/>
            <pc:sldLayoutMk cId="260260515" sldId="2147483694"/>
          </pc:sldLayoutMkLst>
        </pc:sldLayoutChg>
        <pc:sldLayoutChg chg="modTransition">
          <pc:chgData name="Sophie Smoker" userId="2d1522c4-69d4-4503-a1bd-e72bffde1cfa" providerId="ADAL" clId="{80C83675-0530-49F8-B300-C0024B9A3DEA}" dt="2024-05-16T09:17:31.291" v="84"/>
          <pc:sldLayoutMkLst>
            <pc:docMk/>
            <pc:sldMasterMk cId="1828827019" sldId="2147483648"/>
            <pc:sldLayoutMk cId="2985544507" sldId="2147483696"/>
          </pc:sldLayoutMkLst>
        </pc:sldLayoutChg>
        <pc:sldLayoutChg chg="modTransition">
          <pc:chgData name="Sophie Smoker" userId="2d1522c4-69d4-4503-a1bd-e72bffde1cfa" providerId="ADAL" clId="{80C83675-0530-49F8-B300-C0024B9A3DEA}" dt="2024-05-16T09:17:32.998" v="85"/>
          <pc:sldLayoutMkLst>
            <pc:docMk/>
            <pc:sldMasterMk cId="1828827019" sldId="2147483648"/>
            <pc:sldLayoutMk cId="3981258535" sldId="2147483697"/>
          </pc:sldLayoutMkLst>
        </pc:sldLayoutChg>
        <pc:sldLayoutChg chg="modTransition">
          <pc:chgData name="Sophie Smoker" userId="2d1522c4-69d4-4503-a1bd-e72bffde1cfa" providerId="ADAL" clId="{80C83675-0530-49F8-B300-C0024B9A3DEA}" dt="2024-05-16T09:17:23.914" v="80"/>
          <pc:sldLayoutMkLst>
            <pc:docMk/>
            <pc:sldMasterMk cId="1828827019" sldId="2147483648"/>
            <pc:sldLayoutMk cId="4043454486" sldId="2147483699"/>
          </pc:sldLayoutMkLst>
        </pc:sldLayoutChg>
        <pc:sldLayoutChg chg="delSp mod modTransition">
          <pc:chgData name="Sophie Smoker" userId="2d1522c4-69d4-4503-a1bd-e72bffde1cfa" providerId="ADAL" clId="{80C83675-0530-49F8-B300-C0024B9A3DEA}" dt="2024-05-16T09:15:45.800" v="61"/>
          <pc:sldLayoutMkLst>
            <pc:docMk/>
            <pc:sldMasterMk cId="1828827019" sldId="2147483648"/>
            <pc:sldLayoutMk cId="335962130" sldId="2147483700"/>
          </pc:sldLayoutMkLst>
          <pc:spChg chg="del">
            <ac:chgData name="Sophie Smoker" userId="2d1522c4-69d4-4503-a1bd-e72bffde1cfa" providerId="ADAL" clId="{80C83675-0530-49F8-B300-C0024B9A3DEA}" dt="2024-05-13T08:55:42.219" v="38" actId="478"/>
            <ac:spMkLst>
              <pc:docMk/>
              <pc:sldMasterMk cId="1828827019" sldId="2147483648"/>
              <pc:sldLayoutMk cId="335962130" sldId="2147483700"/>
              <ac:spMk id="16" creationId="{6AFADE68-C43A-7B29-C82A-B2C780E93FE0}"/>
            </ac:spMkLst>
          </pc:spChg>
        </pc:sldLayoutChg>
        <pc:sldLayoutChg chg="delSp mod modTransition">
          <pc:chgData name="Sophie Smoker" userId="2d1522c4-69d4-4503-a1bd-e72bffde1cfa" providerId="ADAL" clId="{80C83675-0530-49F8-B300-C0024B9A3DEA}" dt="2024-05-16T09:15:46.876" v="62"/>
          <pc:sldLayoutMkLst>
            <pc:docMk/>
            <pc:sldMasterMk cId="1828827019" sldId="2147483648"/>
            <pc:sldLayoutMk cId="1299831675" sldId="2147483702"/>
          </pc:sldLayoutMkLst>
          <pc:spChg chg="del">
            <ac:chgData name="Sophie Smoker" userId="2d1522c4-69d4-4503-a1bd-e72bffde1cfa" providerId="ADAL" clId="{80C83675-0530-49F8-B300-C0024B9A3DEA}" dt="2024-05-13T08:55:47.178" v="39" actId="478"/>
            <ac:spMkLst>
              <pc:docMk/>
              <pc:sldMasterMk cId="1828827019" sldId="2147483648"/>
              <pc:sldLayoutMk cId="1299831675" sldId="2147483702"/>
              <ac:spMk id="16" creationId="{6AFADE68-C43A-7B29-C82A-B2C780E93FE0}"/>
            </ac:spMkLst>
          </pc:spChg>
        </pc:sldLayoutChg>
        <pc:sldLayoutChg chg="delSp modSp mod modTransition">
          <pc:chgData name="Sophie Smoker" userId="2d1522c4-69d4-4503-a1bd-e72bffde1cfa" providerId="ADAL" clId="{80C83675-0530-49F8-B300-C0024B9A3DEA}" dt="2024-05-16T09:15:50.840" v="65"/>
          <pc:sldLayoutMkLst>
            <pc:docMk/>
            <pc:sldMasterMk cId="1828827019" sldId="2147483648"/>
            <pc:sldLayoutMk cId="2482038171" sldId="2147483703"/>
          </pc:sldLayoutMkLst>
          <pc:spChg chg="mod">
            <ac:chgData name="Sophie Smoker" userId="2d1522c4-69d4-4503-a1bd-e72bffde1cfa" providerId="ADAL" clId="{80C83675-0530-49F8-B300-C0024B9A3DEA}" dt="2024-05-13T08:56:20.271" v="45" actId="1076"/>
            <ac:spMkLst>
              <pc:docMk/>
              <pc:sldMasterMk cId="1828827019" sldId="2147483648"/>
              <pc:sldLayoutMk cId="2482038171" sldId="2147483703"/>
              <ac:spMk id="7" creationId="{C6A2C4EC-6F3E-D880-FF2D-4223E98431D3}"/>
            </ac:spMkLst>
          </pc:spChg>
          <pc:spChg chg="mod">
            <ac:chgData name="Sophie Smoker" userId="2d1522c4-69d4-4503-a1bd-e72bffde1cfa" providerId="ADAL" clId="{80C83675-0530-49F8-B300-C0024B9A3DEA}" dt="2024-05-13T08:56:38.255" v="47" actId="1076"/>
            <ac:spMkLst>
              <pc:docMk/>
              <pc:sldMasterMk cId="1828827019" sldId="2147483648"/>
              <pc:sldLayoutMk cId="2482038171" sldId="2147483703"/>
              <ac:spMk id="12" creationId="{EC30A9E4-9C27-7B78-2C96-16D41BA6DE90}"/>
            </ac:spMkLst>
          </pc:spChg>
          <pc:spChg chg="del">
            <ac:chgData name="Sophie Smoker" userId="2d1522c4-69d4-4503-a1bd-e72bffde1cfa" providerId="ADAL" clId="{80C83675-0530-49F8-B300-C0024B9A3DEA}" dt="2024-05-13T08:56:15.937" v="43" actId="478"/>
            <ac:spMkLst>
              <pc:docMk/>
              <pc:sldMasterMk cId="1828827019" sldId="2147483648"/>
              <pc:sldLayoutMk cId="2482038171" sldId="2147483703"/>
              <ac:spMk id="15" creationId="{52ADC138-7890-FBA4-A092-A29248C5B177}"/>
            </ac:spMkLst>
          </pc:spChg>
        </pc:sldLayoutChg>
        <pc:sldLayoutChg chg="modTransition">
          <pc:chgData name="Sophie Smoker" userId="2d1522c4-69d4-4503-a1bd-e72bffde1cfa" providerId="ADAL" clId="{80C83675-0530-49F8-B300-C0024B9A3DEA}" dt="2024-05-16T09:17:08.989" v="71"/>
          <pc:sldLayoutMkLst>
            <pc:docMk/>
            <pc:sldMasterMk cId="1828827019" sldId="2147483648"/>
            <pc:sldLayoutMk cId="561708013" sldId="2147483704"/>
          </pc:sldLayoutMkLst>
        </pc:sldLayoutChg>
        <pc:sldLayoutChg chg="modTransition">
          <pc:chgData name="Sophie Smoker" userId="2d1522c4-69d4-4503-a1bd-e72bffde1cfa" providerId="ADAL" clId="{80C83675-0530-49F8-B300-C0024B9A3DEA}" dt="2024-05-16T09:17:36.363" v="87"/>
          <pc:sldLayoutMkLst>
            <pc:docMk/>
            <pc:sldMasterMk cId="1828827019" sldId="2147483648"/>
            <pc:sldLayoutMk cId="3941718928" sldId="2147483705"/>
          </pc:sldLayoutMkLst>
        </pc:sldLayoutChg>
        <pc:sldLayoutChg chg="delSp mod modTransition">
          <pc:chgData name="Sophie Smoker" userId="2d1522c4-69d4-4503-a1bd-e72bffde1cfa" providerId="ADAL" clId="{80C83675-0530-49F8-B300-C0024B9A3DEA}" dt="2024-05-16T09:17:10.634" v="72"/>
          <pc:sldLayoutMkLst>
            <pc:docMk/>
            <pc:sldMasterMk cId="1828827019" sldId="2147483648"/>
            <pc:sldLayoutMk cId="4050410661" sldId="2147483706"/>
          </pc:sldLayoutMkLst>
          <pc:spChg chg="del">
            <ac:chgData name="Sophie Smoker" userId="2d1522c4-69d4-4503-a1bd-e72bffde1cfa" providerId="ADAL" clId="{80C83675-0530-49F8-B300-C0024B9A3DEA}" dt="2024-05-13T08:57:09.759" v="53" actId="478"/>
            <ac:spMkLst>
              <pc:docMk/>
              <pc:sldMasterMk cId="1828827019" sldId="2147483648"/>
              <pc:sldLayoutMk cId="4050410661" sldId="2147483706"/>
              <ac:spMk id="11" creationId="{20B8003B-82D0-D8FB-6ABD-4EF7DFCDD263}"/>
            </ac:spMkLst>
          </pc:spChg>
        </pc:sldLayoutChg>
        <pc:sldLayoutChg chg="delSp mod modTransition">
          <pc:chgData name="Sophie Smoker" userId="2d1522c4-69d4-4503-a1bd-e72bffde1cfa" providerId="ADAL" clId="{80C83675-0530-49F8-B300-C0024B9A3DEA}" dt="2024-05-16T09:17:13.181" v="73"/>
          <pc:sldLayoutMkLst>
            <pc:docMk/>
            <pc:sldMasterMk cId="1828827019" sldId="2147483648"/>
            <pc:sldLayoutMk cId="96187968" sldId="2147483707"/>
          </pc:sldLayoutMkLst>
          <pc:spChg chg="del">
            <ac:chgData name="Sophie Smoker" userId="2d1522c4-69d4-4503-a1bd-e72bffde1cfa" providerId="ADAL" clId="{80C83675-0530-49F8-B300-C0024B9A3DEA}" dt="2024-05-13T08:57:14.026" v="54" actId="478"/>
            <ac:spMkLst>
              <pc:docMk/>
              <pc:sldMasterMk cId="1828827019" sldId="2147483648"/>
              <pc:sldLayoutMk cId="96187968" sldId="2147483707"/>
              <ac:spMk id="12" creationId="{F4B6BCC5-45E1-2B70-1D1E-D37C4F3F15E3}"/>
            </ac:spMkLst>
          </pc:spChg>
        </pc:sldLayoutChg>
        <pc:sldLayoutChg chg="modTransition">
          <pc:chgData name="Sophie Smoker" userId="2d1522c4-69d4-4503-a1bd-e72bffde1cfa" providerId="ADAL" clId="{80C83675-0530-49F8-B300-C0024B9A3DEA}" dt="2024-05-16T09:17:19.121" v="77"/>
          <pc:sldLayoutMkLst>
            <pc:docMk/>
            <pc:sldMasterMk cId="1828827019" sldId="2147483648"/>
            <pc:sldLayoutMk cId="533172538" sldId="2147483708"/>
          </pc:sldLayoutMkLst>
        </pc:sldLayoutChg>
        <pc:sldLayoutChg chg="delSp modSp mod modTransition">
          <pc:chgData name="Sophie Smoker" userId="2d1522c4-69d4-4503-a1bd-e72bffde1cfa" providerId="ADAL" clId="{80C83675-0530-49F8-B300-C0024B9A3DEA}" dt="2024-05-16T09:27:05.566" v="90" actId="478"/>
          <pc:sldLayoutMkLst>
            <pc:docMk/>
            <pc:sldMasterMk cId="1828827019" sldId="2147483648"/>
            <pc:sldLayoutMk cId="2962638877" sldId="2147483709"/>
          </pc:sldLayoutMkLst>
          <pc:spChg chg="del mod">
            <ac:chgData name="Sophie Smoker" userId="2d1522c4-69d4-4503-a1bd-e72bffde1cfa" providerId="ADAL" clId="{80C83675-0530-49F8-B300-C0024B9A3DEA}" dt="2024-05-16T09:27:05.566" v="90" actId="478"/>
            <ac:spMkLst>
              <pc:docMk/>
              <pc:sldMasterMk cId="1828827019" sldId="2147483648"/>
              <pc:sldLayoutMk cId="2962638877" sldId="2147483709"/>
              <ac:spMk id="12" creationId="{0399C81B-E50B-4D9D-A910-C7C3D8E88927}"/>
            </ac:spMkLst>
          </pc:spChg>
        </pc:sldLayoutChg>
        <pc:sldLayoutChg chg="modTransition">
          <pc:chgData name="Sophie Smoker" userId="2d1522c4-69d4-4503-a1bd-e72bffde1cfa" providerId="ADAL" clId="{80C83675-0530-49F8-B300-C0024B9A3DEA}" dt="2024-05-16T09:17:27.620" v="82"/>
          <pc:sldLayoutMkLst>
            <pc:docMk/>
            <pc:sldMasterMk cId="1828827019" sldId="2147483648"/>
            <pc:sldLayoutMk cId="3972540869" sldId="2147483710"/>
          </pc:sldLayoutMkLst>
        </pc:sldLayoutChg>
      </pc:sldMasterChg>
    </pc:docChg>
  </pc:docChgLst>
  <pc:docChgLst>
    <pc:chgData name="Guest User" userId="S::urn:spo:anon#1cac7c356292ecf2636ff8a25f9d31c9adb5461817334c48fc8397c4a4137db6::" providerId="AD" clId="Web-{F9799A5E-C9CC-4AC6-D04D-D0C1228151C0}"/>
    <pc:docChg chg="modSld">
      <pc:chgData name="Guest User" userId="S::urn:spo:anon#1cac7c356292ecf2636ff8a25f9d31c9adb5461817334c48fc8397c4a4137db6::" providerId="AD" clId="Web-{F9799A5E-C9CC-4AC6-D04D-D0C1228151C0}" dt="2024-03-28T13:38:33.973" v="0"/>
      <pc:docMkLst>
        <pc:docMk/>
      </pc:docMkLst>
      <pc:sldChg chg="addSp delSp modSp">
        <pc:chgData name="Guest User" userId="S::urn:spo:anon#1cac7c356292ecf2636ff8a25f9d31c9adb5461817334c48fc8397c4a4137db6::" providerId="AD" clId="Web-{F9799A5E-C9CC-4AC6-D04D-D0C1228151C0}" dt="2024-03-28T13:38:33.973" v="0"/>
        <pc:sldMkLst>
          <pc:docMk/>
          <pc:sldMk cId="1348184185" sldId="315"/>
        </pc:sldMkLst>
        <pc:spChg chg="add mod">
          <ac:chgData name="Guest User" userId="S::urn:spo:anon#1cac7c356292ecf2636ff8a25f9d31c9adb5461817334c48fc8397c4a4137db6::" providerId="AD" clId="Web-{F9799A5E-C9CC-4AC6-D04D-D0C1228151C0}" dt="2024-03-28T13:38:33.973" v="0"/>
          <ac:spMkLst>
            <pc:docMk/>
            <pc:sldMk cId="1348184185" sldId="315"/>
            <ac:spMk id="8" creationId="{2E6A3270-EFE2-1CB5-3F28-ACF9B5643A97}"/>
          </ac:spMkLst>
        </pc:spChg>
        <pc:picChg chg="del">
          <ac:chgData name="Guest User" userId="S::urn:spo:anon#1cac7c356292ecf2636ff8a25f9d31c9adb5461817334c48fc8397c4a4137db6::" providerId="AD" clId="Web-{F9799A5E-C9CC-4AC6-D04D-D0C1228151C0}" dt="2024-03-28T13:38:33.973" v="0"/>
          <ac:picMkLst>
            <pc:docMk/>
            <pc:sldMk cId="1348184185" sldId="315"/>
            <ac:picMk id="7" creationId="{4A9750B2-9F82-C71C-C5EF-8B7776C95CBE}"/>
          </ac:picMkLst>
        </pc:picChg>
      </pc:sldChg>
    </pc:docChg>
  </pc:docChgLst>
  <pc:docChgLst>
    <pc:chgData name="Guest User" userId="S::urn:spo:anon#1cac7c356292ecf2636ff8a25f9d31c9adb5461817334c48fc8397c4a4137db6::" providerId="AD" clId="Web-{B2634A0E-4416-99E2-6856-5DC48650A4C9}"/>
    <pc:docChg chg="addSld modSld modSection">
      <pc:chgData name="Guest User" userId="S::urn:spo:anon#1cac7c356292ecf2636ff8a25f9d31c9adb5461817334c48fc8397c4a4137db6::" providerId="AD" clId="Web-{B2634A0E-4416-99E2-6856-5DC48650A4C9}" dt="2024-03-28T13:40:06.343" v="1"/>
      <pc:docMkLst>
        <pc:docMk/>
      </pc:docMkLst>
      <pc:sldChg chg="addSp delSp modSp add">
        <pc:chgData name="Guest User" userId="S::urn:spo:anon#1cac7c356292ecf2636ff8a25f9d31c9adb5461817334c48fc8397c4a4137db6::" providerId="AD" clId="Web-{B2634A0E-4416-99E2-6856-5DC48650A4C9}" dt="2024-03-28T13:40:06.343" v="1"/>
        <pc:sldMkLst>
          <pc:docMk/>
          <pc:sldMk cId="3644697166" sldId="371"/>
        </pc:sldMkLst>
        <pc:spChg chg="del">
          <ac:chgData name="Guest User" userId="S::urn:spo:anon#1cac7c356292ecf2636ff8a25f9d31c9adb5461817334c48fc8397c4a4137db6::" providerId="AD" clId="Web-{B2634A0E-4416-99E2-6856-5DC48650A4C9}" dt="2024-03-28T13:40:06.343" v="1"/>
          <ac:spMkLst>
            <pc:docMk/>
            <pc:sldMk cId="3644697166" sldId="371"/>
            <ac:spMk id="8" creationId="{2E6A3270-EFE2-1CB5-3F28-ACF9B5643A97}"/>
          </ac:spMkLst>
        </pc:spChg>
        <pc:picChg chg="add mod ord">
          <ac:chgData name="Guest User" userId="S::urn:spo:anon#1cac7c356292ecf2636ff8a25f9d31c9adb5461817334c48fc8397c4a4137db6::" providerId="AD" clId="Web-{B2634A0E-4416-99E2-6856-5DC48650A4C9}" dt="2024-03-28T13:40:06.343" v="1"/>
          <ac:picMkLst>
            <pc:docMk/>
            <pc:sldMk cId="3644697166" sldId="371"/>
            <ac:picMk id="6" creationId="{B0405E2D-2BD6-E27E-8F10-3F396E55E0EB}"/>
          </ac:picMkLst>
        </pc:picChg>
      </pc:sldChg>
    </pc:docChg>
  </pc:docChgLst>
  <pc:docChgLst>
    <pc:chgData name="Sophie Smoker" userId="2d1522c4-69d4-4503-a1bd-e72bffde1cfa" providerId="ADAL" clId="{A57FE459-95A7-4A46-A6E6-5FA5EEC8378F}"/>
    <pc:docChg chg="mod">
      <pc:chgData name="Sophie Smoker" userId="2d1522c4-69d4-4503-a1bd-e72bffde1cfa" providerId="ADAL" clId="{A57FE459-95A7-4A46-A6E6-5FA5EEC8378F}" dt="2024-05-16T11:38:54.126" v="0"/>
      <pc:docMkLst>
        <pc:docMk/>
      </pc:docMkLst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D7ABCC-6BE1-4C48-9DB5-75BD122A1DC1}" type="datetimeFigureOut">
              <a:rPr lang="en-US" smtClean="0"/>
              <a:t>5/16/2024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5279AF-1B75-1A40-9810-84F9FD50A8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3811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97F2C84-9CEA-081A-1ACF-071BD9F796C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rgbClr val="0A0114"/>
              </a:gs>
              <a:gs pos="100000">
                <a:srgbClr val="0D8EF9"/>
              </a:gs>
              <a:gs pos="100000">
                <a:srgbClr val="2458E9"/>
              </a:gs>
              <a:gs pos="77000">
                <a:srgbClr val="3A00A5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A073D12A-0FDE-4782-181D-BC701FF6649D}"/>
              </a:ext>
            </a:extLst>
          </p:cNvPr>
          <p:cNvSpPr/>
          <p:nvPr userDrawn="1"/>
        </p:nvSpPr>
        <p:spPr>
          <a:xfrm>
            <a:off x="-2370719" y="36576"/>
            <a:ext cx="14435719" cy="6885384"/>
          </a:xfrm>
          <a:custGeom>
            <a:avLst/>
            <a:gdLst>
              <a:gd name="connsiteX0" fmla="*/ 75435 w 14435719"/>
              <a:gd name="connsiteY0" fmla="*/ 0 h 6885384"/>
              <a:gd name="connsiteX1" fmla="*/ 12196316 w 14435719"/>
              <a:gd name="connsiteY1" fmla="*/ 0 h 6885384"/>
              <a:gd name="connsiteX2" fmla="*/ 14119490 w 14435719"/>
              <a:gd name="connsiteY2" fmla="*/ 2629491 h 6885384"/>
              <a:gd name="connsiteX3" fmla="*/ 14339688 w 14435719"/>
              <a:gd name="connsiteY3" fmla="*/ 3050976 h 6885384"/>
              <a:gd name="connsiteX4" fmla="*/ 14345501 w 14435719"/>
              <a:gd name="connsiteY4" fmla="*/ 3071143 h 6885384"/>
              <a:gd name="connsiteX5" fmla="*/ 14352553 w 14435719"/>
              <a:gd name="connsiteY5" fmla="*/ 3089154 h 6885384"/>
              <a:gd name="connsiteX6" fmla="*/ 14111634 w 14435719"/>
              <a:gd name="connsiteY6" fmla="*/ 4554432 h 6885384"/>
              <a:gd name="connsiteX7" fmla="*/ 12333586 w 14435719"/>
              <a:gd name="connsiteY7" fmla="*/ 6885384 h 6885384"/>
              <a:gd name="connsiteX8" fmla="*/ 0 w 14435719"/>
              <a:gd name="connsiteY8" fmla="*/ 6885384 h 6885384"/>
              <a:gd name="connsiteX9" fmla="*/ 0 w 14435719"/>
              <a:gd name="connsiteY9" fmla="*/ 481677 h 6885384"/>
              <a:gd name="connsiteX10" fmla="*/ 70983 w 14435719"/>
              <a:gd name="connsiteY10" fmla="*/ 12162 h 6885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435719" h="6885384">
                <a:moveTo>
                  <a:pt x="75435" y="0"/>
                </a:moveTo>
                <a:lnTo>
                  <a:pt x="12196316" y="0"/>
                </a:lnTo>
                <a:lnTo>
                  <a:pt x="14119490" y="2629491"/>
                </a:lnTo>
                <a:cubicBezTo>
                  <a:pt x="14216150" y="2761652"/>
                  <a:pt x="14289291" y="2903813"/>
                  <a:pt x="14339688" y="3050976"/>
                </a:cubicBezTo>
                <a:lnTo>
                  <a:pt x="14345501" y="3071143"/>
                </a:lnTo>
                <a:lnTo>
                  <a:pt x="14352553" y="3089154"/>
                </a:lnTo>
                <a:cubicBezTo>
                  <a:pt x="14514630" y="3570168"/>
                  <a:pt x="14442651" y="4120480"/>
                  <a:pt x="14111634" y="4554432"/>
                </a:cubicBezTo>
                <a:lnTo>
                  <a:pt x="12333586" y="6885384"/>
                </a:lnTo>
                <a:lnTo>
                  <a:pt x="0" y="6885384"/>
                </a:lnTo>
                <a:lnTo>
                  <a:pt x="0" y="481677"/>
                </a:lnTo>
                <a:cubicBezTo>
                  <a:pt x="0" y="318177"/>
                  <a:pt x="24852" y="160482"/>
                  <a:pt x="70983" y="12162"/>
                </a:cubicBezTo>
                <a:close/>
              </a:path>
            </a:pathLst>
          </a:custGeom>
          <a:gradFill>
            <a:gsLst>
              <a:gs pos="34000">
                <a:srgbClr val="000003"/>
              </a:gs>
              <a:gs pos="76000">
                <a:srgbClr val="4B02D2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070DE1-E542-7170-173E-2C2EDFF146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6446" y="2552130"/>
            <a:ext cx="4115178" cy="1054584"/>
          </a:xfrm>
        </p:spPr>
        <p:txBody>
          <a:bodyPr anchor="b">
            <a:noAutofit/>
          </a:bodyPr>
          <a:lstStyle>
            <a:lvl1pPr>
              <a:defRPr sz="4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Presentation title here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521764-483E-14D5-3A6D-E18C901CA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57C12-56A0-554C-9A36-F9EDFA85D163}" type="datetime1">
              <a:rPr lang="en-GB" smtClean="0"/>
              <a:t>16/05/2024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8E3ADD-0630-7B24-45A5-EFE95C413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68803E2-2F28-345A-3299-0726107D083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9789" y="5072608"/>
            <a:ext cx="4122176" cy="363365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00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GB"/>
              <a:t>Name</a:t>
            </a:r>
            <a:br>
              <a:rPr lang="en-GB"/>
            </a:br>
            <a:endParaRPr lang="en-GB"/>
          </a:p>
          <a:p>
            <a:pPr lvl="1"/>
            <a:endParaRPr lang="en-US"/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98101DF5-371D-B6AB-3278-857E48FF9F4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9788" y="5852240"/>
            <a:ext cx="4132262" cy="482428"/>
          </a:xfrm>
        </p:spPr>
        <p:txBody>
          <a:bodyPr/>
          <a:lstStyle>
            <a:lvl1pPr marL="0" indent="0">
              <a:lnSpc>
                <a:spcPct val="140000"/>
              </a:lnSpc>
              <a:buNone/>
              <a:defRPr sz="1200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00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GB"/>
              <a:t>Date goes here</a:t>
            </a:r>
            <a:endParaRPr lang="en-US"/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064DC490-EDAD-629E-3480-07FACC53733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9788" y="5304238"/>
            <a:ext cx="4132262" cy="482428"/>
          </a:xfrm>
        </p:spPr>
        <p:txBody>
          <a:bodyPr/>
          <a:lstStyle>
            <a:lvl1pPr marL="0" indent="0">
              <a:lnSpc>
                <a:spcPct val="140000"/>
              </a:lnSpc>
              <a:buNone/>
              <a:defRPr sz="1400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00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GB"/>
              <a:t>Position</a:t>
            </a:r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A56D7BC-D3CA-57F9-F06F-787237341B00}"/>
              </a:ext>
            </a:extLst>
          </p:cNvPr>
          <p:cNvGrpSpPr/>
          <p:nvPr userDrawn="1"/>
        </p:nvGrpSpPr>
        <p:grpSpPr>
          <a:xfrm>
            <a:off x="10637474" y="580264"/>
            <a:ext cx="1116884" cy="334890"/>
            <a:chOff x="251767" y="421854"/>
            <a:chExt cx="1356455" cy="406725"/>
          </a:xfrm>
        </p:grpSpPr>
        <p:pic>
          <p:nvPicPr>
            <p:cNvPr id="10" name="Picture 9" descr="A black and white logo&#10;&#10;Description automatically generated">
              <a:extLst>
                <a:ext uri="{FF2B5EF4-FFF2-40B4-BE49-F238E27FC236}">
                  <a16:creationId xmlns:a16="http://schemas.microsoft.com/office/drawing/2014/main" id="{45FDAED0-EF9C-A1CB-C1D8-68A6DD69FDF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/>
            <a:srcRect l="35713"/>
            <a:stretch/>
          </p:blipFill>
          <p:spPr>
            <a:xfrm>
              <a:off x="742520" y="438556"/>
              <a:ext cx="865702" cy="366010"/>
            </a:xfrm>
            <a:prstGeom prst="rect">
              <a:avLst/>
            </a:prstGeom>
          </p:spPr>
        </p:pic>
        <p:pic>
          <p:nvPicPr>
            <p:cNvPr id="11" name="Picture 10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7BE1559D-F3D7-AE49-84D8-725788C9A917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/>
            <a:srcRect r="78165"/>
            <a:stretch/>
          </p:blipFill>
          <p:spPr>
            <a:xfrm>
              <a:off x="251767" y="421854"/>
              <a:ext cx="494192" cy="406725"/>
            </a:xfrm>
            <a:prstGeom prst="rect">
              <a:avLst/>
            </a:prstGeom>
          </p:spPr>
        </p:pic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12865E4B-4BD0-6D36-46A1-F4B0A5D91CF8}"/>
              </a:ext>
            </a:extLst>
          </p:cNvPr>
          <p:cNvSpPr/>
          <p:nvPr userDrawn="1"/>
        </p:nvSpPr>
        <p:spPr>
          <a:xfrm>
            <a:off x="-12691872" y="-5212080"/>
            <a:ext cx="12691872" cy="18873216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E7E26FBF-8F1E-92C4-CE4A-5B1C47A8AE3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216380" y="994790"/>
            <a:ext cx="6546995" cy="5268469"/>
          </a:xfrm>
          <a:custGeom>
            <a:avLst/>
            <a:gdLst>
              <a:gd name="connsiteX0" fmla="*/ 3540465 w 6546995"/>
              <a:gd name="connsiteY0" fmla="*/ 0 h 5268469"/>
              <a:gd name="connsiteX1" fmla="*/ 4425235 w 6546995"/>
              <a:gd name="connsiteY1" fmla="*/ 0 h 5268469"/>
              <a:gd name="connsiteX2" fmla="*/ 4843055 w 6546995"/>
              <a:gd name="connsiteY2" fmla="*/ 173067 h 5268469"/>
              <a:gd name="connsiteX3" fmla="*/ 4861755 w 6546995"/>
              <a:gd name="connsiteY3" fmla="*/ 195731 h 5268469"/>
              <a:gd name="connsiteX4" fmla="*/ 4870751 w 6546995"/>
              <a:gd name="connsiteY4" fmla="*/ 195731 h 5268469"/>
              <a:gd name="connsiteX5" fmla="*/ 6439105 w 6546995"/>
              <a:gd name="connsiteY5" fmla="*/ 2304325 h 5268469"/>
              <a:gd name="connsiteX6" fmla="*/ 6546995 w 6546995"/>
              <a:gd name="connsiteY6" fmla="*/ 2606385 h 5268469"/>
              <a:gd name="connsiteX7" fmla="*/ 6543055 w 6546995"/>
              <a:gd name="connsiteY7" fmla="*/ 2684581 h 5268469"/>
              <a:gd name="connsiteX8" fmla="*/ 6543639 w 6546995"/>
              <a:gd name="connsiteY8" fmla="*/ 2699587 h 5268469"/>
              <a:gd name="connsiteX9" fmla="*/ 6432272 w 6546995"/>
              <a:gd name="connsiteY9" fmla="*/ 3000382 h 5268469"/>
              <a:gd name="connsiteX10" fmla="*/ 4903313 w 6546995"/>
              <a:gd name="connsiteY10" fmla="*/ 5007266 h 5268469"/>
              <a:gd name="connsiteX11" fmla="*/ 4870105 w 6546995"/>
              <a:gd name="connsiteY11" fmla="*/ 5042804 h 5268469"/>
              <a:gd name="connsiteX12" fmla="*/ 4843055 w 6546995"/>
              <a:gd name="connsiteY12" fmla="*/ 5075589 h 5268469"/>
              <a:gd name="connsiteX13" fmla="*/ 4425235 w 6546995"/>
              <a:gd name="connsiteY13" fmla="*/ 5248656 h 5268469"/>
              <a:gd name="connsiteX14" fmla="*/ 3540465 w 6546995"/>
              <a:gd name="connsiteY14" fmla="*/ 5248656 h 5268469"/>
              <a:gd name="connsiteX15" fmla="*/ 2949578 w 6546995"/>
              <a:gd name="connsiteY15" fmla="*/ 4657769 h 5268469"/>
              <a:gd name="connsiteX16" fmla="*/ 2949578 w 6546995"/>
              <a:gd name="connsiteY16" fmla="*/ 3719954 h 5268469"/>
              <a:gd name="connsiteX17" fmla="*/ 1953735 w 6546995"/>
              <a:gd name="connsiteY17" fmla="*/ 5027079 h 5268469"/>
              <a:gd name="connsiteX18" fmla="*/ 1920527 w 6546995"/>
              <a:gd name="connsiteY18" fmla="*/ 5062617 h 5268469"/>
              <a:gd name="connsiteX19" fmla="*/ 1893477 w 6546995"/>
              <a:gd name="connsiteY19" fmla="*/ 5095402 h 5268469"/>
              <a:gd name="connsiteX20" fmla="*/ 1475657 w 6546995"/>
              <a:gd name="connsiteY20" fmla="*/ 5268469 h 5268469"/>
              <a:gd name="connsiteX21" fmla="*/ 590887 w 6546995"/>
              <a:gd name="connsiteY21" fmla="*/ 5268469 h 5268469"/>
              <a:gd name="connsiteX22" fmla="*/ 0 w 6546995"/>
              <a:gd name="connsiteY22" fmla="*/ 4677582 h 5268469"/>
              <a:gd name="connsiteX23" fmla="*/ 0 w 6546995"/>
              <a:gd name="connsiteY23" fmla="*/ 610700 h 5268469"/>
              <a:gd name="connsiteX24" fmla="*/ 590887 w 6546995"/>
              <a:gd name="connsiteY24" fmla="*/ 19813 h 5268469"/>
              <a:gd name="connsiteX25" fmla="*/ 1475657 w 6546995"/>
              <a:gd name="connsiteY25" fmla="*/ 19813 h 5268469"/>
              <a:gd name="connsiteX26" fmla="*/ 1893477 w 6546995"/>
              <a:gd name="connsiteY26" fmla="*/ 192880 h 5268469"/>
              <a:gd name="connsiteX27" fmla="*/ 1912177 w 6546995"/>
              <a:gd name="connsiteY27" fmla="*/ 215544 h 5268469"/>
              <a:gd name="connsiteX28" fmla="*/ 1921173 w 6546995"/>
              <a:gd name="connsiteY28" fmla="*/ 215544 h 5268469"/>
              <a:gd name="connsiteX29" fmla="*/ 2955405 w 6546995"/>
              <a:gd name="connsiteY29" fmla="*/ 1606031 h 5268469"/>
              <a:gd name="connsiteX30" fmla="*/ 2955405 w 6546995"/>
              <a:gd name="connsiteY30" fmla="*/ 3679490 h 5268469"/>
              <a:gd name="connsiteX31" fmla="*/ 3472788 w 6546995"/>
              <a:gd name="connsiteY31" fmla="*/ 3000382 h 5268469"/>
              <a:gd name="connsiteX32" fmla="*/ 3584155 w 6546995"/>
              <a:gd name="connsiteY32" fmla="*/ 2699587 h 5268469"/>
              <a:gd name="connsiteX33" fmla="*/ 3583571 w 6546995"/>
              <a:gd name="connsiteY33" fmla="*/ 2684581 h 5268469"/>
              <a:gd name="connsiteX34" fmla="*/ 3587511 w 6546995"/>
              <a:gd name="connsiteY34" fmla="*/ 2606385 h 5268469"/>
              <a:gd name="connsiteX35" fmla="*/ 3479621 w 6546995"/>
              <a:gd name="connsiteY35" fmla="*/ 2304325 h 5268469"/>
              <a:gd name="connsiteX36" fmla="*/ 2949578 w 6546995"/>
              <a:gd name="connsiteY36" fmla="*/ 1591702 h 5268469"/>
              <a:gd name="connsiteX37" fmla="*/ 2949578 w 6546995"/>
              <a:gd name="connsiteY37" fmla="*/ 590887 h 5268469"/>
              <a:gd name="connsiteX38" fmla="*/ 3540465 w 6546995"/>
              <a:gd name="connsiteY38" fmla="*/ 0 h 5268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6546995" h="5268469">
                <a:moveTo>
                  <a:pt x="3540465" y="0"/>
                </a:moveTo>
                <a:lnTo>
                  <a:pt x="4425235" y="0"/>
                </a:lnTo>
                <a:cubicBezTo>
                  <a:pt x="4588404" y="0"/>
                  <a:pt x="4736126" y="66138"/>
                  <a:pt x="4843055" y="173067"/>
                </a:cubicBezTo>
                <a:lnTo>
                  <a:pt x="4861755" y="195731"/>
                </a:lnTo>
                <a:lnTo>
                  <a:pt x="4870751" y="195731"/>
                </a:lnTo>
                <a:lnTo>
                  <a:pt x="6439105" y="2304325"/>
                </a:lnTo>
                <a:cubicBezTo>
                  <a:pt x="6506920" y="2395500"/>
                  <a:pt x="6542203" y="2500817"/>
                  <a:pt x="6546995" y="2606385"/>
                </a:cubicBezTo>
                <a:lnTo>
                  <a:pt x="6543055" y="2684581"/>
                </a:lnTo>
                <a:lnTo>
                  <a:pt x="6543639" y="2699587"/>
                </a:lnTo>
                <a:cubicBezTo>
                  <a:pt x="6537630" y="2805092"/>
                  <a:pt x="6501134" y="2909995"/>
                  <a:pt x="6432272" y="3000382"/>
                </a:cubicBezTo>
                <a:lnTo>
                  <a:pt x="4903313" y="5007266"/>
                </a:lnTo>
                <a:lnTo>
                  <a:pt x="4870105" y="5042804"/>
                </a:lnTo>
                <a:lnTo>
                  <a:pt x="4843055" y="5075589"/>
                </a:lnTo>
                <a:cubicBezTo>
                  <a:pt x="4736126" y="5182519"/>
                  <a:pt x="4588404" y="5248656"/>
                  <a:pt x="4425235" y="5248656"/>
                </a:cubicBezTo>
                <a:lnTo>
                  <a:pt x="3540465" y="5248656"/>
                </a:lnTo>
                <a:cubicBezTo>
                  <a:pt x="3214127" y="5248656"/>
                  <a:pt x="2949578" y="4984107"/>
                  <a:pt x="2949578" y="4657769"/>
                </a:cubicBezTo>
                <a:lnTo>
                  <a:pt x="2949578" y="3719954"/>
                </a:lnTo>
                <a:lnTo>
                  <a:pt x="1953735" y="5027079"/>
                </a:lnTo>
                <a:lnTo>
                  <a:pt x="1920527" y="5062617"/>
                </a:lnTo>
                <a:lnTo>
                  <a:pt x="1893477" y="5095402"/>
                </a:lnTo>
                <a:cubicBezTo>
                  <a:pt x="1786548" y="5202332"/>
                  <a:pt x="1638826" y="5268469"/>
                  <a:pt x="1475657" y="5268469"/>
                </a:cubicBezTo>
                <a:lnTo>
                  <a:pt x="590887" y="5268469"/>
                </a:lnTo>
                <a:cubicBezTo>
                  <a:pt x="264549" y="5268469"/>
                  <a:pt x="0" y="5003920"/>
                  <a:pt x="0" y="4677582"/>
                </a:cubicBezTo>
                <a:lnTo>
                  <a:pt x="0" y="610700"/>
                </a:lnTo>
                <a:cubicBezTo>
                  <a:pt x="0" y="284362"/>
                  <a:pt x="264549" y="19813"/>
                  <a:pt x="590887" y="19813"/>
                </a:cubicBezTo>
                <a:lnTo>
                  <a:pt x="1475657" y="19813"/>
                </a:lnTo>
                <a:cubicBezTo>
                  <a:pt x="1638826" y="19813"/>
                  <a:pt x="1786548" y="85951"/>
                  <a:pt x="1893477" y="192880"/>
                </a:cubicBezTo>
                <a:lnTo>
                  <a:pt x="1912177" y="215544"/>
                </a:lnTo>
                <a:lnTo>
                  <a:pt x="1921173" y="215544"/>
                </a:lnTo>
                <a:lnTo>
                  <a:pt x="2955405" y="1606031"/>
                </a:lnTo>
                <a:lnTo>
                  <a:pt x="2955405" y="3679490"/>
                </a:lnTo>
                <a:lnTo>
                  <a:pt x="3472788" y="3000382"/>
                </a:lnTo>
                <a:cubicBezTo>
                  <a:pt x="3541650" y="2909995"/>
                  <a:pt x="3578146" y="2805092"/>
                  <a:pt x="3584155" y="2699587"/>
                </a:cubicBezTo>
                <a:lnTo>
                  <a:pt x="3583571" y="2684581"/>
                </a:lnTo>
                <a:lnTo>
                  <a:pt x="3587511" y="2606385"/>
                </a:lnTo>
                <a:cubicBezTo>
                  <a:pt x="3582719" y="2500817"/>
                  <a:pt x="3547436" y="2395500"/>
                  <a:pt x="3479621" y="2304325"/>
                </a:cubicBezTo>
                <a:lnTo>
                  <a:pt x="2949578" y="1591702"/>
                </a:lnTo>
                <a:lnTo>
                  <a:pt x="2949578" y="590887"/>
                </a:lnTo>
                <a:cubicBezTo>
                  <a:pt x="2949578" y="264549"/>
                  <a:pt x="3214127" y="0"/>
                  <a:pt x="3540465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466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3" userDrawn="1">
          <p15:clr>
            <a:srgbClr val="FBAE40"/>
          </p15:clr>
        </p15:guide>
        <p15:guide id="2" pos="529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ue and black background with lines&#10;&#10;Description automatically generated">
            <a:extLst>
              <a:ext uri="{FF2B5EF4-FFF2-40B4-BE49-F238E27FC236}">
                <a16:creationId xmlns:a16="http://schemas.microsoft.com/office/drawing/2014/main" id="{0D6A6336-9715-5092-42F3-EC9282CA482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66243"/>
          <a:stretch/>
        </p:blipFill>
        <p:spPr>
          <a:xfrm rot="10800000">
            <a:off x="0" y="4168588"/>
            <a:ext cx="12192000" cy="268941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DB9F4B1-DBB2-FF6C-A4AC-5538065C204D}"/>
              </a:ext>
            </a:extLst>
          </p:cNvPr>
          <p:cNvSpPr/>
          <p:nvPr userDrawn="1"/>
        </p:nvSpPr>
        <p:spPr>
          <a:xfrm>
            <a:off x="0" y="0"/>
            <a:ext cx="12192000" cy="4531659"/>
          </a:xfrm>
          <a:prstGeom prst="rect">
            <a:avLst/>
          </a:prstGeom>
          <a:gradFill>
            <a:gsLst>
              <a:gs pos="22000">
                <a:srgbClr val="0A0114"/>
              </a:gs>
              <a:gs pos="95000">
                <a:schemeClr val="accent4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60143C9-56E7-9CA5-6D65-D3AF368247C7}"/>
              </a:ext>
            </a:extLst>
          </p:cNvPr>
          <p:cNvSpPr/>
          <p:nvPr userDrawn="1"/>
        </p:nvSpPr>
        <p:spPr>
          <a:xfrm>
            <a:off x="0" y="4531659"/>
            <a:ext cx="6723529" cy="2326341"/>
          </a:xfrm>
          <a:prstGeom prst="rect">
            <a:avLst/>
          </a:prstGeom>
          <a:gradFill>
            <a:gsLst>
              <a:gs pos="100000">
                <a:srgbClr val="11012A"/>
              </a:gs>
              <a:gs pos="0">
                <a:srgbClr val="3A00A5">
                  <a:alpha val="0"/>
                </a:srgb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070DE1-E542-7170-173E-2C2EDFF146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6446" y="2552130"/>
            <a:ext cx="4115178" cy="1054584"/>
          </a:xfrm>
        </p:spPr>
        <p:txBody>
          <a:bodyPr anchor="b">
            <a:noAutofit/>
          </a:bodyPr>
          <a:lstStyle>
            <a:lvl1pPr>
              <a:defRPr sz="4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Presentation title here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521764-483E-14D5-3A6D-E18C901CA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9CE60-F4E9-5A41-883A-FFBA4E2B576C}" type="datetime1">
              <a:rPr lang="en-GB" smtClean="0"/>
              <a:t>16/05/2024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8E3ADD-0630-7B24-45A5-EFE95C413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68803E2-2F28-345A-3299-0726107D083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9789" y="5072608"/>
            <a:ext cx="4122176" cy="363365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00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GB"/>
              <a:t>Name</a:t>
            </a:r>
            <a:br>
              <a:rPr lang="en-GB"/>
            </a:br>
            <a:endParaRPr lang="en-GB"/>
          </a:p>
          <a:p>
            <a:pPr lvl="1"/>
            <a:endParaRPr lang="en-US"/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98101DF5-371D-B6AB-3278-857E48FF9F4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9788" y="5852240"/>
            <a:ext cx="4132262" cy="482428"/>
          </a:xfrm>
        </p:spPr>
        <p:txBody>
          <a:bodyPr/>
          <a:lstStyle>
            <a:lvl1pPr marL="0" indent="0">
              <a:lnSpc>
                <a:spcPct val="140000"/>
              </a:lnSpc>
              <a:buNone/>
              <a:defRPr sz="1200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00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GB"/>
              <a:t>Date goes here</a:t>
            </a:r>
            <a:endParaRPr lang="en-US"/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064DC490-EDAD-629E-3480-07FACC53733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9788" y="5304238"/>
            <a:ext cx="4132262" cy="482428"/>
          </a:xfrm>
        </p:spPr>
        <p:txBody>
          <a:bodyPr/>
          <a:lstStyle>
            <a:lvl1pPr marL="0" indent="0">
              <a:lnSpc>
                <a:spcPct val="140000"/>
              </a:lnSpc>
              <a:buNone/>
              <a:defRPr sz="1400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00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GB"/>
              <a:t>Position</a:t>
            </a:r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BA9D1CC-E8C4-5C64-5494-BD3A4AE774A8}"/>
              </a:ext>
            </a:extLst>
          </p:cNvPr>
          <p:cNvGrpSpPr/>
          <p:nvPr userDrawn="1"/>
        </p:nvGrpSpPr>
        <p:grpSpPr>
          <a:xfrm>
            <a:off x="10637474" y="580264"/>
            <a:ext cx="1116884" cy="334890"/>
            <a:chOff x="251767" y="421854"/>
            <a:chExt cx="1356455" cy="406725"/>
          </a:xfrm>
        </p:grpSpPr>
        <p:pic>
          <p:nvPicPr>
            <p:cNvPr id="6" name="Picture 5" descr="A black and white logo&#10;&#10;Description automatically generated">
              <a:extLst>
                <a:ext uri="{FF2B5EF4-FFF2-40B4-BE49-F238E27FC236}">
                  <a16:creationId xmlns:a16="http://schemas.microsoft.com/office/drawing/2014/main" id="{FA3C6DA2-1D4D-5B9D-4CFC-860EE521F51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/>
            <a:srcRect l="35713"/>
            <a:stretch/>
          </p:blipFill>
          <p:spPr>
            <a:xfrm>
              <a:off x="742520" y="438556"/>
              <a:ext cx="865702" cy="366010"/>
            </a:xfrm>
            <a:prstGeom prst="rect">
              <a:avLst/>
            </a:prstGeom>
          </p:spPr>
        </p:pic>
        <p:pic>
          <p:nvPicPr>
            <p:cNvPr id="12" name="Picture 11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5AD7C69E-F55A-753A-2365-BEF1D80694B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/>
            <a:srcRect r="78165"/>
            <a:stretch/>
          </p:blipFill>
          <p:spPr>
            <a:xfrm>
              <a:off x="251767" y="421854"/>
              <a:ext cx="494192" cy="4067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548593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3" userDrawn="1">
          <p15:clr>
            <a:srgbClr val="FBAE40"/>
          </p15:clr>
        </p15:guide>
        <p15:guide id="2" pos="529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DCBAA84-B13F-4515-33B7-5D774F8518D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rgbClr val="0A0114"/>
              </a:gs>
              <a:gs pos="100000">
                <a:srgbClr val="0D8EF9"/>
              </a:gs>
              <a:gs pos="100000">
                <a:srgbClr val="2458E9"/>
              </a:gs>
              <a:gs pos="77000">
                <a:srgbClr val="3A00A5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8D6C0F60-3907-36F4-DD4F-0A37C215F1BA}"/>
              </a:ext>
            </a:extLst>
          </p:cNvPr>
          <p:cNvSpPr/>
          <p:nvPr userDrawn="1"/>
        </p:nvSpPr>
        <p:spPr>
          <a:xfrm>
            <a:off x="-5084061" y="36576"/>
            <a:ext cx="14435719" cy="6885384"/>
          </a:xfrm>
          <a:custGeom>
            <a:avLst/>
            <a:gdLst>
              <a:gd name="connsiteX0" fmla="*/ 75435 w 14435719"/>
              <a:gd name="connsiteY0" fmla="*/ 0 h 6885384"/>
              <a:gd name="connsiteX1" fmla="*/ 12196316 w 14435719"/>
              <a:gd name="connsiteY1" fmla="*/ 0 h 6885384"/>
              <a:gd name="connsiteX2" fmla="*/ 14119490 w 14435719"/>
              <a:gd name="connsiteY2" fmla="*/ 2629491 h 6885384"/>
              <a:gd name="connsiteX3" fmla="*/ 14339688 w 14435719"/>
              <a:gd name="connsiteY3" fmla="*/ 3050976 h 6885384"/>
              <a:gd name="connsiteX4" fmla="*/ 14345501 w 14435719"/>
              <a:gd name="connsiteY4" fmla="*/ 3071143 h 6885384"/>
              <a:gd name="connsiteX5" fmla="*/ 14352553 w 14435719"/>
              <a:gd name="connsiteY5" fmla="*/ 3089154 h 6885384"/>
              <a:gd name="connsiteX6" fmla="*/ 14111634 w 14435719"/>
              <a:gd name="connsiteY6" fmla="*/ 4554432 h 6885384"/>
              <a:gd name="connsiteX7" fmla="*/ 12333586 w 14435719"/>
              <a:gd name="connsiteY7" fmla="*/ 6885384 h 6885384"/>
              <a:gd name="connsiteX8" fmla="*/ 0 w 14435719"/>
              <a:gd name="connsiteY8" fmla="*/ 6885384 h 6885384"/>
              <a:gd name="connsiteX9" fmla="*/ 0 w 14435719"/>
              <a:gd name="connsiteY9" fmla="*/ 481677 h 6885384"/>
              <a:gd name="connsiteX10" fmla="*/ 70983 w 14435719"/>
              <a:gd name="connsiteY10" fmla="*/ 12162 h 6885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435719" h="6885384">
                <a:moveTo>
                  <a:pt x="75435" y="0"/>
                </a:moveTo>
                <a:lnTo>
                  <a:pt x="12196316" y="0"/>
                </a:lnTo>
                <a:lnTo>
                  <a:pt x="14119490" y="2629491"/>
                </a:lnTo>
                <a:cubicBezTo>
                  <a:pt x="14216150" y="2761652"/>
                  <a:pt x="14289291" y="2903813"/>
                  <a:pt x="14339688" y="3050976"/>
                </a:cubicBezTo>
                <a:lnTo>
                  <a:pt x="14345501" y="3071143"/>
                </a:lnTo>
                <a:lnTo>
                  <a:pt x="14352553" y="3089154"/>
                </a:lnTo>
                <a:cubicBezTo>
                  <a:pt x="14514630" y="3570168"/>
                  <a:pt x="14442651" y="4120480"/>
                  <a:pt x="14111634" y="4554432"/>
                </a:cubicBezTo>
                <a:lnTo>
                  <a:pt x="12333586" y="6885384"/>
                </a:lnTo>
                <a:lnTo>
                  <a:pt x="0" y="6885384"/>
                </a:lnTo>
                <a:lnTo>
                  <a:pt x="0" y="481677"/>
                </a:lnTo>
                <a:cubicBezTo>
                  <a:pt x="0" y="318177"/>
                  <a:pt x="24852" y="160482"/>
                  <a:pt x="70983" y="12162"/>
                </a:cubicBezTo>
                <a:close/>
              </a:path>
            </a:pathLst>
          </a:custGeom>
          <a:gradFill>
            <a:gsLst>
              <a:gs pos="34000">
                <a:srgbClr val="000003"/>
              </a:gs>
              <a:gs pos="76000">
                <a:srgbClr val="4B02D2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CA31CF-571D-C1DC-C755-2D545F7D1AAE}"/>
              </a:ext>
            </a:extLst>
          </p:cNvPr>
          <p:cNvSpPr/>
          <p:nvPr userDrawn="1"/>
        </p:nvSpPr>
        <p:spPr>
          <a:xfrm>
            <a:off x="-12691872" y="-5230368"/>
            <a:ext cx="12691872" cy="18873216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070DE1-E542-7170-173E-2C2EDFF146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6446" y="2552130"/>
            <a:ext cx="4115178" cy="1054584"/>
          </a:xfrm>
        </p:spPr>
        <p:txBody>
          <a:bodyPr anchor="b">
            <a:noAutofit/>
          </a:bodyPr>
          <a:lstStyle>
            <a:lvl1pPr>
              <a:defRPr sz="4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Presentation title here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521764-483E-14D5-3A6D-E18C901CA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E128F-69B7-A840-8A8F-957BDF91E480}" type="datetime1">
              <a:rPr lang="en-GB" smtClean="0"/>
              <a:t>16/05/2024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8E3ADD-0630-7B24-45A5-EFE95C413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68803E2-2F28-345A-3299-0726107D083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9789" y="5072608"/>
            <a:ext cx="4122176" cy="363365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00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GB"/>
              <a:t>Name</a:t>
            </a:r>
            <a:br>
              <a:rPr lang="en-GB"/>
            </a:br>
            <a:endParaRPr lang="en-GB"/>
          </a:p>
          <a:p>
            <a:pPr lvl="1"/>
            <a:endParaRPr lang="en-US"/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98101DF5-371D-B6AB-3278-857E48FF9F4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9788" y="5852240"/>
            <a:ext cx="4132262" cy="482428"/>
          </a:xfrm>
        </p:spPr>
        <p:txBody>
          <a:bodyPr/>
          <a:lstStyle>
            <a:lvl1pPr marL="0" indent="0">
              <a:lnSpc>
                <a:spcPct val="140000"/>
              </a:lnSpc>
              <a:buNone/>
              <a:defRPr sz="1200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00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GB"/>
              <a:t>Date goes here</a:t>
            </a:r>
            <a:endParaRPr lang="en-US"/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064DC490-EDAD-629E-3480-07FACC53733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9788" y="5304238"/>
            <a:ext cx="4132262" cy="482428"/>
          </a:xfrm>
        </p:spPr>
        <p:txBody>
          <a:bodyPr/>
          <a:lstStyle>
            <a:lvl1pPr marL="0" indent="0">
              <a:lnSpc>
                <a:spcPct val="140000"/>
              </a:lnSpc>
              <a:buNone/>
              <a:defRPr sz="1400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00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GB"/>
              <a:t>Position</a:t>
            </a:r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7467045-B764-5509-D3BC-E95CEF7E4EF4}"/>
              </a:ext>
            </a:extLst>
          </p:cNvPr>
          <p:cNvGrpSpPr/>
          <p:nvPr userDrawn="1"/>
        </p:nvGrpSpPr>
        <p:grpSpPr>
          <a:xfrm>
            <a:off x="10637474" y="580264"/>
            <a:ext cx="1116884" cy="334890"/>
            <a:chOff x="251767" y="421854"/>
            <a:chExt cx="1356455" cy="406725"/>
          </a:xfrm>
        </p:grpSpPr>
        <p:pic>
          <p:nvPicPr>
            <p:cNvPr id="6" name="Picture 5" descr="A black and white logo&#10;&#10;Description automatically generated">
              <a:extLst>
                <a:ext uri="{FF2B5EF4-FFF2-40B4-BE49-F238E27FC236}">
                  <a16:creationId xmlns:a16="http://schemas.microsoft.com/office/drawing/2014/main" id="{E72C1E09-6407-73A9-F9AA-FACE78D539D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/>
            <a:srcRect l="35713"/>
            <a:stretch/>
          </p:blipFill>
          <p:spPr>
            <a:xfrm>
              <a:off x="742520" y="438556"/>
              <a:ext cx="865702" cy="366010"/>
            </a:xfrm>
            <a:prstGeom prst="rect">
              <a:avLst/>
            </a:prstGeom>
          </p:spPr>
        </p:pic>
        <p:pic>
          <p:nvPicPr>
            <p:cNvPr id="11" name="Picture 10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BA2347C2-031A-0A38-7511-D2DEDD60DB1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/>
            <a:srcRect r="78165"/>
            <a:stretch/>
          </p:blipFill>
          <p:spPr>
            <a:xfrm>
              <a:off x="251767" y="421854"/>
              <a:ext cx="494192" cy="4067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545428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3" userDrawn="1">
          <p15:clr>
            <a:srgbClr val="FBAE40"/>
          </p15:clr>
        </p15:guide>
        <p15:guide id="2" pos="5881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97F2C84-9CEA-081A-1ACF-071BD9F796C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rgbClr val="0A0114"/>
              </a:gs>
              <a:gs pos="100000">
                <a:srgbClr val="0D8EF9"/>
              </a:gs>
              <a:gs pos="100000">
                <a:srgbClr val="2458E9"/>
              </a:gs>
              <a:gs pos="77000">
                <a:srgbClr val="3A00A5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9E704DAF-5509-5F8A-CBAC-735CF1904ED1}"/>
              </a:ext>
            </a:extLst>
          </p:cNvPr>
          <p:cNvSpPr/>
          <p:nvPr userDrawn="1"/>
        </p:nvSpPr>
        <p:spPr>
          <a:xfrm>
            <a:off x="-2442461" y="36576"/>
            <a:ext cx="14435719" cy="6885384"/>
          </a:xfrm>
          <a:custGeom>
            <a:avLst/>
            <a:gdLst>
              <a:gd name="connsiteX0" fmla="*/ 75435 w 14435719"/>
              <a:gd name="connsiteY0" fmla="*/ 0 h 6885384"/>
              <a:gd name="connsiteX1" fmla="*/ 12196316 w 14435719"/>
              <a:gd name="connsiteY1" fmla="*/ 0 h 6885384"/>
              <a:gd name="connsiteX2" fmla="*/ 14119490 w 14435719"/>
              <a:gd name="connsiteY2" fmla="*/ 2629491 h 6885384"/>
              <a:gd name="connsiteX3" fmla="*/ 14339688 w 14435719"/>
              <a:gd name="connsiteY3" fmla="*/ 3050976 h 6885384"/>
              <a:gd name="connsiteX4" fmla="*/ 14345501 w 14435719"/>
              <a:gd name="connsiteY4" fmla="*/ 3071143 h 6885384"/>
              <a:gd name="connsiteX5" fmla="*/ 14352553 w 14435719"/>
              <a:gd name="connsiteY5" fmla="*/ 3089154 h 6885384"/>
              <a:gd name="connsiteX6" fmla="*/ 14111634 w 14435719"/>
              <a:gd name="connsiteY6" fmla="*/ 4554432 h 6885384"/>
              <a:gd name="connsiteX7" fmla="*/ 12333586 w 14435719"/>
              <a:gd name="connsiteY7" fmla="*/ 6885384 h 6885384"/>
              <a:gd name="connsiteX8" fmla="*/ 0 w 14435719"/>
              <a:gd name="connsiteY8" fmla="*/ 6885384 h 6885384"/>
              <a:gd name="connsiteX9" fmla="*/ 0 w 14435719"/>
              <a:gd name="connsiteY9" fmla="*/ 481677 h 6885384"/>
              <a:gd name="connsiteX10" fmla="*/ 70983 w 14435719"/>
              <a:gd name="connsiteY10" fmla="*/ 12162 h 6885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435719" h="6885384">
                <a:moveTo>
                  <a:pt x="75435" y="0"/>
                </a:moveTo>
                <a:lnTo>
                  <a:pt x="12196316" y="0"/>
                </a:lnTo>
                <a:lnTo>
                  <a:pt x="14119490" y="2629491"/>
                </a:lnTo>
                <a:cubicBezTo>
                  <a:pt x="14216150" y="2761652"/>
                  <a:pt x="14289291" y="2903813"/>
                  <a:pt x="14339688" y="3050976"/>
                </a:cubicBezTo>
                <a:lnTo>
                  <a:pt x="14345501" y="3071143"/>
                </a:lnTo>
                <a:lnTo>
                  <a:pt x="14352553" y="3089154"/>
                </a:lnTo>
                <a:cubicBezTo>
                  <a:pt x="14514630" y="3570168"/>
                  <a:pt x="14442651" y="4120480"/>
                  <a:pt x="14111634" y="4554432"/>
                </a:cubicBezTo>
                <a:lnTo>
                  <a:pt x="12333586" y="6885384"/>
                </a:lnTo>
                <a:lnTo>
                  <a:pt x="0" y="6885384"/>
                </a:lnTo>
                <a:lnTo>
                  <a:pt x="0" y="481677"/>
                </a:lnTo>
                <a:cubicBezTo>
                  <a:pt x="0" y="318177"/>
                  <a:pt x="24852" y="160482"/>
                  <a:pt x="70983" y="12162"/>
                </a:cubicBezTo>
                <a:close/>
              </a:path>
            </a:pathLst>
          </a:custGeom>
          <a:gradFill>
            <a:gsLst>
              <a:gs pos="34000">
                <a:srgbClr val="000003"/>
              </a:gs>
              <a:gs pos="76000">
                <a:srgbClr val="4B02D2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070DE1-E542-7170-173E-2C2EDFF146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9369" y="1359434"/>
            <a:ext cx="3941805" cy="1054584"/>
          </a:xfrm>
        </p:spPr>
        <p:txBody>
          <a:bodyPr anchor="b">
            <a:noAutofit/>
          </a:bodyPr>
          <a:lstStyle>
            <a:lvl1pPr>
              <a:defRPr sz="4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Contents headline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521764-483E-14D5-3A6D-E18C901CA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28BCB-3F48-0048-A087-6501BA45D832}" type="datetime1">
              <a:rPr lang="en-GB" smtClean="0"/>
              <a:t>16/05/2024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8E3ADD-0630-7B24-45A5-EFE95C413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98101DF5-371D-B6AB-3278-857E48FF9F4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9787" y="3115537"/>
            <a:ext cx="4341813" cy="30765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00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00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GB"/>
              <a:t>Add content here</a:t>
            </a:r>
            <a:endParaRPr lang="en-US"/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95A7E160-3474-6844-1601-68B2D154FEB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75920" y="3115537"/>
            <a:ext cx="4341813" cy="30765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00" baseline="0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00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Add page number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8C6D5DF-3780-2644-2E05-CEFEFD9FC53B}"/>
              </a:ext>
            </a:extLst>
          </p:cNvPr>
          <p:cNvGrpSpPr/>
          <p:nvPr userDrawn="1"/>
        </p:nvGrpSpPr>
        <p:grpSpPr>
          <a:xfrm>
            <a:off x="10637474" y="580264"/>
            <a:ext cx="1116884" cy="334890"/>
            <a:chOff x="251767" y="421854"/>
            <a:chExt cx="1356455" cy="406725"/>
          </a:xfrm>
        </p:grpSpPr>
        <p:pic>
          <p:nvPicPr>
            <p:cNvPr id="8" name="Picture 7" descr="A black and white logo&#10;&#10;Description automatically generated">
              <a:extLst>
                <a:ext uri="{FF2B5EF4-FFF2-40B4-BE49-F238E27FC236}">
                  <a16:creationId xmlns:a16="http://schemas.microsoft.com/office/drawing/2014/main" id="{CFDEE363-06CE-2D82-EACE-AC57E9AE5AC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/>
            <a:srcRect l="35713"/>
            <a:stretch/>
          </p:blipFill>
          <p:spPr>
            <a:xfrm>
              <a:off x="742520" y="438556"/>
              <a:ext cx="865702" cy="366010"/>
            </a:xfrm>
            <a:prstGeom prst="rect">
              <a:avLst/>
            </a:prstGeom>
          </p:spPr>
        </p:pic>
        <p:pic>
          <p:nvPicPr>
            <p:cNvPr id="10" name="Picture 9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A35940FE-51A2-0C32-4DD2-3A9933646FDF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/>
            <a:srcRect r="78165"/>
            <a:stretch/>
          </p:blipFill>
          <p:spPr>
            <a:xfrm>
              <a:off x="251767" y="421854"/>
              <a:ext cx="494192" cy="406725"/>
            </a:xfrm>
            <a:prstGeom prst="rect">
              <a:avLst/>
            </a:prstGeom>
          </p:spPr>
        </p:pic>
      </p:grp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6E9A228-C17D-ECE9-F011-144433EBB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2271" y="6275668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62408D0-DD37-1B4F-8C60-478A1B0FE8E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A9D39F1-8EEC-13A3-0593-347281DD2E56}"/>
              </a:ext>
            </a:extLst>
          </p:cNvPr>
          <p:cNvSpPr/>
          <p:nvPr userDrawn="1"/>
        </p:nvSpPr>
        <p:spPr>
          <a:xfrm>
            <a:off x="-12691872" y="-5230368"/>
            <a:ext cx="12691872" cy="18873216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8602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3" userDrawn="1">
          <p15:clr>
            <a:srgbClr val="FBAE40"/>
          </p15:clr>
        </p15:guide>
        <p15:guide id="2" pos="529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ue and black background with lines&#10;&#10;Description automatically generated">
            <a:extLst>
              <a:ext uri="{FF2B5EF4-FFF2-40B4-BE49-F238E27FC236}">
                <a16:creationId xmlns:a16="http://schemas.microsoft.com/office/drawing/2014/main" id="{F0339A80-CD21-4274-0902-B3BD834D0F7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FB441E2-7DBB-8937-ED36-F6179AA46777}"/>
              </a:ext>
            </a:extLst>
          </p:cNvPr>
          <p:cNvSpPr/>
          <p:nvPr userDrawn="1"/>
        </p:nvSpPr>
        <p:spPr>
          <a:xfrm>
            <a:off x="1171575" y="0"/>
            <a:ext cx="9118319" cy="6858000"/>
          </a:xfrm>
          <a:prstGeom prst="rect">
            <a:avLst/>
          </a:prstGeom>
          <a:gradFill>
            <a:gsLst>
              <a:gs pos="64000">
                <a:srgbClr val="0A0114"/>
              </a:gs>
              <a:gs pos="9000">
                <a:srgbClr val="3A00A5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070DE1-E542-7170-173E-2C2EDFF146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49721" y="1359434"/>
            <a:ext cx="3941805" cy="1054584"/>
          </a:xfrm>
        </p:spPr>
        <p:txBody>
          <a:bodyPr anchor="b">
            <a:noAutofit/>
          </a:bodyPr>
          <a:lstStyle>
            <a:lvl1pPr>
              <a:defRPr sz="4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Contents headline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521764-483E-14D5-3A6D-E18C901CA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7AE61-57A5-D445-906B-2A053BFCA923}" type="datetime1">
              <a:rPr lang="en-GB" smtClean="0"/>
              <a:t>16/05/2024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8E3ADD-0630-7B24-45A5-EFE95C413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98101DF5-371D-B6AB-3278-857E48FF9F4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53245" y="3115537"/>
            <a:ext cx="5653611" cy="30765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00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00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GB"/>
              <a:t>Add content here</a:t>
            </a:r>
            <a:endParaRPr lang="en-US"/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95A7E160-3474-6844-1601-68B2D154FEB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62594" y="3115537"/>
            <a:ext cx="2575888" cy="30765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00" baseline="0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00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Add page number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E7AE73-27B5-521C-CE39-BAF4CAF693CB}"/>
              </a:ext>
            </a:extLst>
          </p:cNvPr>
          <p:cNvSpPr/>
          <p:nvPr userDrawn="1"/>
        </p:nvSpPr>
        <p:spPr>
          <a:xfrm>
            <a:off x="10278319" y="0"/>
            <a:ext cx="1913681" cy="1608881"/>
          </a:xfrm>
          <a:prstGeom prst="rect">
            <a:avLst/>
          </a:prstGeom>
          <a:gradFill>
            <a:gsLst>
              <a:gs pos="37000">
                <a:srgbClr val="0A0114"/>
              </a:gs>
              <a:gs pos="100000">
                <a:srgbClr val="3A00A5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8C6D5DF-3780-2644-2E05-CEFEFD9FC53B}"/>
              </a:ext>
            </a:extLst>
          </p:cNvPr>
          <p:cNvGrpSpPr/>
          <p:nvPr userDrawn="1"/>
        </p:nvGrpSpPr>
        <p:grpSpPr>
          <a:xfrm>
            <a:off x="10637474" y="580264"/>
            <a:ext cx="1116884" cy="334890"/>
            <a:chOff x="251767" y="421854"/>
            <a:chExt cx="1356455" cy="406725"/>
          </a:xfrm>
        </p:grpSpPr>
        <p:pic>
          <p:nvPicPr>
            <p:cNvPr id="8" name="Picture 7" descr="A black and white logo&#10;&#10;Description automatically generated">
              <a:extLst>
                <a:ext uri="{FF2B5EF4-FFF2-40B4-BE49-F238E27FC236}">
                  <a16:creationId xmlns:a16="http://schemas.microsoft.com/office/drawing/2014/main" id="{CFDEE363-06CE-2D82-EACE-AC57E9AE5AC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/>
            <a:srcRect l="35713"/>
            <a:stretch/>
          </p:blipFill>
          <p:spPr>
            <a:xfrm>
              <a:off x="742520" y="438556"/>
              <a:ext cx="865702" cy="366010"/>
            </a:xfrm>
            <a:prstGeom prst="rect">
              <a:avLst/>
            </a:prstGeom>
          </p:spPr>
        </p:pic>
        <p:pic>
          <p:nvPicPr>
            <p:cNvPr id="10" name="Picture 9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A35940FE-51A2-0C32-4DD2-3A9933646FDF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/>
            <a:srcRect r="78165"/>
            <a:stretch/>
          </p:blipFill>
          <p:spPr>
            <a:xfrm>
              <a:off x="251767" y="421854"/>
              <a:ext cx="494192" cy="406725"/>
            </a:xfrm>
            <a:prstGeom prst="rect">
              <a:avLst/>
            </a:prstGeom>
          </p:spPr>
        </p:pic>
      </p:grp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8809043-B278-FE7C-6C15-1F65A0EF0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2271" y="6275668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62408D0-DD37-1B4F-8C60-478A1B0FE8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621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3" userDrawn="1">
          <p15:clr>
            <a:srgbClr val="FBAE40"/>
          </p15:clr>
        </p15:guide>
        <p15:guide id="2" pos="529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F8F7F5DC-EEF3-28C8-597B-0C2835723DE5}"/>
              </a:ext>
            </a:extLst>
          </p:cNvPr>
          <p:cNvSpPr/>
          <p:nvPr userDrawn="1"/>
        </p:nvSpPr>
        <p:spPr>
          <a:xfrm>
            <a:off x="0" y="269359"/>
            <a:ext cx="12192000" cy="6588641"/>
          </a:xfrm>
          <a:prstGeom prst="rect">
            <a:avLst/>
          </a:prstGeom>
          <a:gradFill>
            <a:gsLst>
              <a:gs pos="100000">
                <a:schemeClr val="bg1"/>
              </a:gs>
              <a:gs pos="50000">
                <a:schemeClr val="bg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reeform 31">
            <a:extLst>
              <a:ext uri="{FF2B5EF4-FFF2-40B4-BE49-F238E27FC236}">
                <a16:creationId xmlns:a16="http://schemas.microsoft.com/office/drawing/2014/main" id="{F0051820-26F5-C7F5-E4A7-83884D620B72}"/>
              </a:ext>
            </a:extLst>
          </p:cNvPr>
          <p:cNvSpPr/>
          <p:nvPr userDrawn="1"/>
        </p:nvSpPr>
        <p:spPr>
          <a:xfrm rot="19447546">
            <a:off x="-1351853" y="-179846"/>
            <a:ext cx="9938771" cy="9954646"/>
          </a:xfrm>
          <a:custGeom>
            <a:avLst/>
            <a:gdLst>
              <a:gd name="connsiteX0" fmla="*/ 4052303 w 9938771"/>
              <a:gd name="connsiteY0" fmla="*/ 0 h 9954646"/>
              <a:gd name="connsiteX1" fmla="*/ 9912352 w 9938771"/>
              <a:gd name="connsiteY1" fmla="*/ 4238212 h 9954646"/>
              <a:gd name="connsiteX2" fmla="*/ 9938771 w 9938771"/>
              <a:gd name="connsiteY2" fmla="*/ 7494039 h 9954646"/>
              <a:gd name="connsiteX3" fmla="*/ 9931157 w 9938771"/>
              <a:gd name="connsiteY3" fmla="*/ 7577125 h 9954646"/>
              <a:gd name="connsiteX4" fmla="*/ 9931894 w 9938771"/>
              <a:gd name="connsiteY4" fmla="*/ 7665407 h 9954646"/>
              <a:gd name="connsiteX5" fmla="*/ 9914709 w 9938771"/>
              <a:gd name="connsiteY5" fmla="*/ 7756717 h 9954646"/>
              <a:gd name="connsiteX6" fmla="*/ 9909239 w 9938771"/>
              <a:gd name="connsiteY6" fmla="*/ 7816411 h 9954646"/>
              <a:gd name="connsiteX7" fmla="*/ 9893625 w 9938771"/>
              <a:gd name="connsiteY7" fmla="*/ 7868748 h 9954646"/>
              <a:gd name="connsiteX8" fmla="*/ 9874779 w 9938771"/>
              <a:gd name="connsiteY8" fmla="*/ 7968884 h 9954646"/>
              <a:gd name="connsiteX9" fmla="*/ 9829967 w 9938771"/>
              <a:gd name="connsiteY9" fmla="*/ 8082071 h 9954646"/>
              <a:gd name="connsiteX10" fmla="*/ 9819493 w 9938771"/>
              <a:gd name="connsiteY10" fmla="*/ 8117186 h 9954646"/>
              <a:gd name="connsiteX11" fmla="*/ 9805717 w 9938771"/>
              <a:gd name="connsiteY11" fmla="*/ 8143328 h 9954646"/>
              <a:gd name="connsiteX12" fmla="*/ 9762054 w 9938771"/>
              <a:gd name="connsiteY12" fmla="*/ 8253624 h 9954646"/>
              <a:gd name="connsiteX13" fmla="*/ 9678327 w 9938771"/>
              <a:gd name="connsiteY13" fmla="*/ 8385120 h 9954646"/>
              <a:gd name="connsiteX14" fmla="*/ 9675824 w 9938771"/>
              <a:gd name="connsiteY14" fmla="*/ 8389879 h 9954646"/>
              <a:gd name="connsiteX15" fmla="*/ 9673303 w 9938771"/>
              <a:gd name="connsiteY15" fmla="*/ 8393023 h 9954646"/>
              <a:gd name="connsiteX16" fmla="*/ 9597840 w 9938771"/>
              <a:gd name="connsiteY16" fmla="*/ 8511548 h 9954646"/>
              <a:gd name="connsiteX17" fmla="*/ 8837512 w 9938771"/>
              <a:gd name="connsiteY17" fmla="*/ 9043648 h 9954646"/>
              <a:gd name="connsiteX18" fmla="*/ 6016420 w 9938771"/>
              <a:gd name="connsiteY18" fmla="*/ 9954646 h 9954646"/>
              <a:gd name="connsiteX19" fmla="*/ 0 w 9938771"/>
              <a:gd name="connsiteY19" fmla="*/ 5603341 h 99546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9938771" h="9954646">
                <a:moveTo>
                  <a:pt x="4052303" y="0"/>
                </a:moveTo>
                <a:lnTo>
                  <a:pt x="9912352" y="4238212"/>
                </a:lnTo>
                <a:lnTo>
                  <a:pt x="9938771" y="7494039"/>
                </a:lnTo>
                <a:lnTo>
                  <a:pt x="9931157" y="7577125"/>
                </a:lnTo>
                <a:lnTo>
                  <a:pt x="9931894" y="7665407"/>
                </a:lnTo>
                <a:lnTo>
                  <a:pt x="9914709" y="7756717"/>
                </a:lnTo>
                <a:lnTo>
                  <a:pt x="9909239" y="7816411"/>
                </a:lnTo>
                <a:lnTo>
                  <a:pt x="9893625" y="7868748"/>
                </a:lnTo>
                <a:lnTo>
                  <a:pt x="9874779" y="7968884"/>
                </a:lnTo>
                <a:lnTo>
                  <a:pt x="9829967" y="8082071"/>
                </a:lnTo>
                <a:lnTo>
                  <a:pt x="9819493" y="8117186"/>
                </a:lnTo>
                <a:lnTo>
                  <a:pt x="9805717" y="8143328"/>
                </a:lnTo>
                <a:lnTo>
                  <a:pt x="9762054" y="8253624"/>
                </a:lnTo>
                <a:lnTo>
                  <a:pt x="9678327" y="8385120"/>
                </a:lnTo>
                <a:lnTo>
                  <a:pt x="9675824" y="8389879"/>
                </a:lnTo>
                <a:lnTo>
                  <a:pt x="9673303" y="8393023"/>
                </a:lnTo>
                <a:lnTo>
                  <a:pt x="9597840" y="8511548"/>
                </a:lnTo>
                <a:cubicBezTo>
                  <a:pt x="9409261" y="8753372"/>
                  <a:pt x="9149631" y="8942855"/>
                  <a:pt x="8837512" y="9043648"/>
                </a:cubicBezTo>
                <a:lnTo>
                  <a:pt x="6016420" y="9954646"/>
                </a:lnTo>
                <a:lnTo>
                  <a:pt x="0" y="5603341"/>
                </a:lnTo>
                <a:close/>
              </a:path>
            </a:pathLst>
          </a:custGeom>
          <a:gradFill>
            <a:gsLst>
              <a:gs pos="77000">
                <a:schemeClr val="bg2"/>
              </a:gs>
              <a:gs pos="100000">
                <a:schemeClr val="bg1"/>
              </a:gs>
            </a:gsLst>
            <a:lin ang="2700000" scaled="0"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5390A3E-DCE0-FE35-B032-A871F013F96C}"/>
              </a:ext>
            </a:extLst>
          </p:cNvPr>
          <p:cNvSpPr/>
          <p:nvPr userDrawn="1"/>
        </p:nvSpPr>
        <p:spPr>
          <a:xfrm>
            <a:off x="0" y="0"/>
            <a:ext cx="12192000" cy="685800"/>
          </a:xfrm>
          <a:prstGeom prst="rect">
            <a:avLst/>
          </a:prstGeom>
          <a:gradFill>
            <a:gsLst>
              <a:gs pos="98000">
                <a:srgbClr val="0A0114"/>
              </a:gs>
              <a:gs pos="21000">
                <a:srgbClr val="2458E9"/>
              </a:gs>
              <a:gs pos="77000">
                <a:srgbClr val="3A00A5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854678C-6147-1EC9-25FD-E89A5C89F0D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78165"/>
          <a:stretch/>
        </p:blipFill>
        <p:spPr>
          <a:xfrm>
            <a:off x="239188" y="199213"/>
            <a:ext cx="410898" cy="338174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ED4EF549-A607-A762-E45A-DDB84FDC74CE}"/>
              </a:ext>
            </a:extLst>
          </p:cNvPr>
          <p:cNvSpPr/>
          <p:nvPr userDrawn="1"/>
        </p:nvSpPr>
        <p:spPr>
          <a:xfrm>
            <a:off x="0" y="6718852"/>
            <a:ext cx="12192000" cy="175239"/>
          </a:xfrm>
          <a:prstGeom prst="rect">
            <a:avLst/>
          </a:prstGeom>
          <a:gradFill>
            <a:gsLst>
              <a:gs pos="98000">
                <a:srgbClr val="0A0114"/>
              </a:gs>
              <a:gs pos="21000">
                <a:srgbClr val="2458E9"/>
              </a:gs>
              <a:gs pos="77000">
                <a:srgbClr val="3A00A5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070DE1-E542-7170-173E-2C2EDFF146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4900" y="1359434"/>
            <a:ext cx="3941805" cy="1054584"/>
          </a:xfrm>
        </p:spPr>
        <p:txBody>
          <a:bodyPr anchor="b">
            <a:noAutofit/>
          </a:bodyPr>
          <a:lstStyle>
            <a:lvl1pPr>
              <a:defRPr sz="440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/>
              <a:t>Contents headline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521764-483E-14D5-3A6D-E18C901CA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CE9F9-5D95-9E43-8F5B-7E59C53FB4F1}" type="datetime1">
              <a:rPr lang="en-GB" smtClean="0"/>
              <a:t>16/05/2024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8E3ADD-0630-7B24-45A5-EFE95C413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98101DF5-371D-B6AB-3278-857E48FF9F4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8765" y="3115537"/>
            <a:ext cx="3396035" cy="30765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00">
                <a:solidFill>
                  <a:schemeClr val="tx1"/>
                </a:solidFill>
              </a:defRPr>
            </a:lvl1pPr>
            <a:lvl2pPr>
              <a:defRPr sz="1100"/>
            </a:lvl2pPr>
            <a:lvl3pPr>
              <a:defRPr sz="100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GB"/>
              <a:t>Add content here</a:t>
            </a:r>
            <a:endParaRPr lang="en-US"/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95A7E160-3474-6844-1601-68B2D154FEB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23558" y="3115537"/>
            <a:ext cx="2575888" cy="30765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00" baseline="0">
                <a:solidFill>
                  <a:schemeClr val="tx1"/>
                </a:solidFill>
              </a:defRPr>
            </a:lvl1pPr>
            <a:lvl2pPr>
              <a:defRPr sz="1100"/>
            </a:lvl2pPr>
            <a:lvl3pPr>
              <a:defRPr sz="100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Add page number</a:t>
            </a:r>
          </a:p>
        </p:txBody>
      </p: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153D3AFA-3963-2560-5C02-5451F1881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2271" y="6275668"/>
            <a:ext cx="2743200" cy="365125"/>
          </a:xfrm>
        </p:spPr>
        <p:txBody>
          <a:bodyPr/>
          <a:lstStyle/>
          <a:p>
            <a:fld id="{662408D0-DD37-1B4F-8C60-478A1B0FE8EB}" type="slidenum">
              <a:rPr lang="en-US" smtClean="0"/>
              <a:t>‹#›</a:t>
            </a:fld>
            <a:endParaRPr lang="en-US"/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331F6051-380C-95A6-2DDE-C6AA35EA25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272588" y="1257300"/>
            <a:ext cx="2386012" cy="1828800"/>
          </a:xfr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3359191D-D94C-F40B-8B11-52F9F087770C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6888088" y="1257300"/>
            <a:ext cx="2298775" cy="4603750"/>
          </a:xfr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id="{99CF4A27-C80E-873E-1DCD-5C4B0DF334D2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9272588" y="3175590"/>
            <a:ext cx="2386012" cy="2713141"/>
          </a:xfr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8316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3" userDrawn="1">
          <p15:clr>
            <a:srgbClr val="FBAE40"/>
          </p15:clr>
        </p15:guide>
        <p15:guide id="2" pos="461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6A2C4EC-6F3E-D880-FF2D-4223E98431D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A6FF"/>
              </a:gs>
              <a:gs pos="85000">
                <a:srgbClr val="291CF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 30">
            <a:extLst>
              <a:ext uri="{FF2B5EF4-FFF2-40B4-BE49-F238E27FC236}">
                <a16:creationId xmlns:a16="http://schemas.microsoft.com/office/drawing/2014/main" id="{78A87BC2-9F6F-C56F-6B17-E5CC7F1AC575}"/>
              </a:ext>
            </a:extLst>
          </p:cNvPr>
          <p:cNvSpPr/>
          <p:nvPr userDrawn="1"/>
        </p:nvSpPr>
        <p:spPr>
          <a:xfrm>
            <a:off x="-4948317" y="-243408"/>
            <a:ext cx="15773175" cy="7101408"/>
          </a:xfrm>
          <a:custGeom>
            <a:avLst/>
            <a:gdLst>
              <a:gd name="connsiteX0" fmla="*/ 75435 w 15773175"/>
              <a:gd name="connsiteY0" fmla="*/ 0 h 7101408"/>
              <a:gd name="connsiteX1" fmla="*/ 12196315 w 15773175"/>
              <a:gd name="connsiteY1" fmla="*/ 0 h 7101408"/>
              <a:gd name="connsiteX2" fmla="*/ 14119489 w 15773175"/>
              <a:gd name="connsiteY2" fmla="*/ 2629491 h 7101408"/>
              <a:gd name="connsiteX3" fmla="*/ 14122479 w 15773175"/>
              <a:gd name="connsiteY3" fmla="*/ 2634304 h 7101408"/>
              <a:gd name="connsiteX4" fmla="*/ 15456946 w 15773175"/>
              <a:gd name="connsiteY4" fmla="*/ 4458875 h 7101408"/>
              <a:gd name="connsiteX5" fmla="*/ 15677144 w 15773175"/>
              <a:gd name="connsiteY5" fmla="*/ 4880360 h 7101408"/>
              <a:gd name="connsiteX6" fmla="*/ 15682957 w 15773175"/>
              <a:gd name="connsiteY6" fmla="*/ 4900527 h 7101408"/>
              <a:gd name="connsiteX7" fmla="*/ 15690009 w 15773175"/>
              <a:gd name="connsiteY7" fmla="*/ 4918538 h 7101408"/>
              <a:gd name="connsiteX8" fmla="*/ 15449090 w 15773175"/>
              <a:gd name="connsiteY8" fmla="*/ 6383816 h 7101408"/>
              <a:gd name="connsiteX9" fmla="*/ 14901712 w 15773175"/>
              <a:gd name="connsiteY9" fmla="*/ 7101408 h 7101408"/>
              <a:gd name="connsiteX10" fmla="*/ 1337457 w 15773175"/>
              <a:gd name="connsiteY10" fmla="*/ 7101408 h 7101408"/>
              <a:gd name="connsiteX11" fmla="*/ 1337457 w 15773175"/>
              <a:gd name="connsiteY11" fmla="*/ 6885384 h 7101408"/>
              <a:gd name="connsiteX12" fmla="*/ 0 w 15773175"/>
              <a:gd name="connsiteY12" fmla="*/ 6885384 h 7101408"/>
              <a:gd name="connsiteX13" fmla="*/ 0 w 15773175"/>
              <a:gd name="connsiteY13" fmla="*/ 481677 h 7101408"/>
              <a:gd name="connsiteX14" fmla="*/ 70984 w 15773175"/>
              <a:gd name="connsiteY14" fmla="*/ 12162 h 7101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773175" h="7101408">
                <a:moveTo>
                  <a:pt x="75435" y="0"/>
                </a:moveTo>
                <a:lnTo>
                  <a:pt x="12196315" y="0"/>
                </a:lnTo>
                <a:lnTo>
                  <a:pt x="14119489" y="2629491"/>
                </a:lnTo>
                <a:lnTo>
                  <a:pt x="14122479" y="2634304"/>
                </a:lnTo>
                <a:lnTo>
                  <a:pt x="15456946" y="4458875"/>
                </a:lnTo>
                <a:cubicBezTo>
                  <a:pt x="15553606" y="4591037"/>
                  <a:pt x="15626747" y="4733197"/>
                  <a:pt x="15677144" y="4880360"/>
                </a:cubicBezTo>
                <a:lnTo>
                  <a:pt x="15682957" y="4900527"/>
                </a:lnTo>
                <a:lnTo>
                  <a:pt x="15690009" y="4918538"/>
                </a:lnTo>
                <a:cubicBezTo>
                  <a:pt x="15852086" y="5399552"/>
                  <a:pt x="15780107" y="5949864"/>
                  <a:pt x="15449090" y="6383816"/>
                </a:cubicBezTo>
                <a:lnTo>
                  <a:pt x="14901712" y="7101408"/>
                </a:lnTo>
                <a:lnTo>
                  <a:pt x="1337457" y="7101408"/>
                </a:lnTo>
                <a:lnTo>
                  <a:pt x="1337457" y="6885384"/>
                </a:lnTo>
                <a:lnTo>
                  <a:pt x="0" y="6885384"/>
                </a:lnTo>
                <a:lnTo>
                  <a:pt x="0" y="481677"/>
                </a:lnTo>
                <a:cubicBezTo>
                  <a:pt x="0" y="318177"/>
                  <a:pt x="24853" y="160482"/>
                  <a:pt x="70984" y="12162"/>
                </a:cubicBezTo>
                <a:close/>
              </a:path>
            </a:pathLst>
          </a:custGeom>
          <a:gradFill>
            <a:gsLst>
              <a:gs pos="65000">
                <a:srgbClr val="262CFF"/>
              </a:gs>
              <a:gs pos="87000">
                <a:srgbClr val="0299FF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49261183-23E6-607E-7483-4161ECF40F44}"/>
              </a:ext>
            </a:extLst>
          </p:cNvPr>
          <p:cNvSpPr/>
          <p:nvPr userDrawn="1"/>
        </p:nvSpPr>
        <p:spPr>
          <a:xfrm>
            <a:off x="-15941277" y="0"/>
            <a:ext cx="19711045" cy="6858000"/>
          </a:xfrm>
          <a:custGeom>
            <a:avLst/>
            <a:gdLst>
              <a:gd name="connsiteX0" fmla="*/ 0 w 19711045"/>
              <a:gd name="connsiteY0" fmla="*/ 0 h 6858000"/>
              <a:gd name="connsiteX1" fmla="*/ 18399730 w 19711045"/>
              <a:gd name="connsiteY1" fmla="*/ 0 h 6858000"/>
              <a:gd name="connsiteX2" fmla="*/ 19394816 w 19711045"/>
              <a:gd name="connsiteY2" fmla="*/ 1360547 h 6858000"/>
              <a:gd name="connsiteX3" fmla="*/ 19615014 w 19711045"/>
              <a:gd name="connsiteY3" fmla="*/ 1782032 h 6858000"/>
              <a:gd name="connsiteX4" fmla="*/ 19620828 w 19711045"/>
              <a:gd name="connsiteY4" fmla="*/ 1802199 h 6858000"/>
              <a:gd name="connsiteX5" fmla="*/ 19627880 w 19711045"/>
              <a:gd name="connsiteY5" fmla="*/ 1820210 h 6858000"/>
              <a:gd name="connsiteX6" fmla="*/ 19386960 w 19711045"/>
              <a:gd name="connsiteY6" fmla="*/ 3285488 h 6858000"/>
              <a:gd name="connsiteX7" fmla="*/ 17937432 w 19711045"/>
              <a:gd name="connsiteY7" fmla="*/ 5185763 h 6858000"/>
              <a:gd name="connsiteX8" fmla="*/ 17923528 w 19711045"/>
              <a:gd name="connsiteY8" fmla="*/ 5206591 h 6858000"/>
              <a:gd name="connsiteX9" fmla="*/ 16663834 w 19711045"/>
              <a:gd name="connsiteY9" fmla="*/ 6858000 h 6858000"/>
              <a:gd name="connsiteX10" fmla="*/ 1551676 w 19711045"/>
              <a:gd name="connsiteY10" fmla="*/ 6858000 h 6858000"/>
              <a:gd name="connsiteX11" fmla="*/ 1551676 w 19711045"/>
              <a:gd name="connsiteY11" fmla="*/ 5788493 h 6858000"/>
              <a:gd name="connsiteX12" fmla="*/ 0 w 19711045"/>
              <a:gd name="connsiteY12" fmla="*/ 578849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9711045" h="6858000">
                <a:moveTo>
                  <a:pt x="0" y="0"/>
                </a:moveTo>
                <a:lnTo>
                  <a:pt x="18399730" y="0"/>
                </a:lnTo>
                <a:lnTo>
                  <a:pt x="19394816" y="1360547"/>
                </a:lnTo>
                <a:cubicBezTo>
                  <a:pt x="19491476" y="1492708"/>
                  <a:pt x="19564616" y="1634869"/>
                  <a:pt x="19615014" y="1782032"/>
                </a:cubicBezTo>
                <a:lnTo>
                  <a:pt x="19620828" y="1802199"/>
                </a:lnTo>
                <a:lnTo>
                  <a:pt x="19627880" y="1820210"/>
                </a:lnTo>
                <a:cubicBezTo>
                  <a:pt x="19789956" y="2301224"/>
                  <a:pt x="19717976" y="2851536"/>
                  <a:pt x="19386960" y="3285488"/>
                </a:cubicBezTo>
                <a:lnTo>
                  <a:pt x="17937432" y="5185763"/>
                </a:lnTo>
                <a:lnTo>
                  <a:pt x="17923528" y="5206591"/>
                </a:lnTo>
                <a:lnTo>
                  <a:pt x="16663834" y="6858000"/>
                </a:lnTo>
                <a:lnTo>
                  <a:pt x="1551676" y="6858000"/>
                </a:lnTo>
                <a:lnTo>
                  <a:pt x="1551676" y="5788493"/>
                </a:lnTo>
                <a:lnTo>
                  <a:pt x="0" y="5788493"/>
                </a:lnTo>
                <a:close/>
              </a:path>
            </a:pathLst>
          </a:custGeom>
          <a:gradFill>
            <a:gsLst>
              <a:gs pos="65000">
                <a:srgbClr val="262CFF"/>
              </a:gs>
              <a:gs pos="87000">
                <a:srgbClr val="0299FF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80B3E8B-9AD9-81A6-0CF2-E9A16908F7BB}"/>
              </a:ext>
            </a:extLst>
          </p:cNvPr>
          <p:cNvSpPr/>
          <p:nvPr userDrawn="1"/>
        </p:nvSpPr>
        <p:spPr>
          <a:xfrm>
            <a:off x="-7810500" y="-3228975"/>
            <a:ext cx="7810500" cy="1331595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D4D43D-B8E4-1E9F-8C5F-7595212436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7974" y="1046630"/>
            <a:ext cx="2788262" cy="2852737"/>
          </a:xfrm>
        </p:spPr>
        <p:txBody>
          <a:bodyPr anchor="b">
            <a:normAutofit/>
          </a:bodyPr>
          <a:lstStyle>
            <a:lvl1pPr>
              <a:defRPr sz="16600">
                <a:solidFill>
                  <a:schemeClr val="bg1">
                    <a:alpha val="43890"/>
                  </a:schemeClr>
                </a:solidFill>
              </a:defRPr>
            </a:lvl1pPr>
          </a:lstStyle>
          <a:p>
            <a:r>
              <a:rPr lang="en-GB"/>
              <a:t>00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E37035-4F09-189A-28DF-6E78DDF2F5A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14602" y="2087466"/>
            <a:ext cx="5384892" cy="1500187"/>
          </a:xfrm>
        </p:spPr>
        <p:txBody>
          <a:bodyPr anchor="b"/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Divider headline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FCA7F3-9BE1-2756-D1F8-09D68271F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79F4C-A1DA-224D-8251-219DB07EBB7D}" type="datetime1">
              <a:rPr lang="en-GB" smtClean="0"/>
              <a:t>16/05/2024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ABF362-FBE0-ADE3-67AF-18AF26EA2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08E28911-AA29-904F-0CE0-381B76CF4BD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50740" y="4014492"/>
            <a:ext cx="5752166" cy="1929108"/>
          </a:xfrm>
        </p:spPr>
        <p:txBody>
          <a:bodyPr/>
          <a:lstStyle>
            <a:lvl1pPr marL="0" indent="0">
              <a:lnSpc>
                <a:spcPct val="140000"/>
              </a:lnSpc>
              <a:buNone/>
              <a:defRPr sz="1600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00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GB"/>
              <a:t>Add sub heading if needed</a:t>
            </a:r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C6240CF-6624-3B9C-C73D-704C139F7286}"/>
              </a:ext>
            </a:extLst>
          </p:cNvPr>
          <p:cNvGrpSpPr/>
          <p:nvPr userDrawn="1"/>
        </p:nvGrpSpPr>
        <p:grpSpPr>
          <a:xfrm>
            <a:off x="10637474" y="580264"/>
            <a:ext cx="1116884" cy="334890"/>
            <a:chOff x="251767" y="421854"/>
            <a:chExt cx="1356455" cy="406725"/>
          </a:xfrm>
        </p:grpSpPr>
        <p:pic>
          <p:nvPicPr>
            <p:cNvPr id="17" name="Picture 16" descr="A black and white logo&#10;&#10;Description automatically generated">
              <a:extLst>
                <a:ext uri="{FF2B5EF4-FFF2-40B4-BE49-F238E27FC236}">
                  <a16:creationId xmlns:a16="http://schemas.microsoft.com/office/drawing/2014/main" id="{A46E4713-9530-EA20-94E6-BD839CC5C25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/>
            <a:srcRect l="35713"/>
            <a:stretch/>
          </p:blipFill>
          <p:spPr>
            <a:xfrm>
              <a:off x="742520" y="438556"/>
              <a:ext cx="865702" cy="366010"/>
            </a:xfrm>
            <a:prstGeom prst="rect">
              <a:avLst/>
            </a:prstGeom>
          </p:spPr>
        </p:pic>
        <p:pic>
          <p:nvPicPr>
            <p:cNvPr id="18" name="Picture 17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AA1E56C3-32E9-E4D4-AB8E-C014FAAD69BA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/>
            <a:srcRect r="78165"/>
            <a:stretch/>
          </p:blipFill>
          <p:spPr>
            <a:xfrm>
              <a:off x="251767" y="421854"/>
              <a:ext cx="494192" cy="406725"/>
            </a:xfrm>
            <a:prstGeom prst="rect">
              <a:avLst/>
            </a:prstGeom>
          </p:spPr>
        </p:pic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0C436983-F136-BD78-DE45-B3B360491662}"/>
              </a:ext>
            </a:extLst>
          </p:cNvPr>
          <p:cNvSpPr/>
          <p:nvPr userDrawn="1"/>
        </p:nvSpPr>
        <p:spPr>
          <a:xfrm>
            <a:off x="-13301472" y="-3680968"/>
            <a:ext cx="12691872" cy="18873216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333E018-5F04-7D8B-89E1-016BCA150DE9}"/>
              </a:ext>
            </a:extLst>
          </p:cNvPr>
          <p:cNvSpPr/>
          <p:nvPr userDrawn="1"/>
        </p:nvSpPr>
        <p:spPr>
          <a:xfrm>
            <a:off x="-17119600" y="-5510352"/>
            <a:ext cx="17119600" cy="18873216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4985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A1B4E63-FF82-2FA7-C2B5-ABF2B9C2294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98000">
                <a:schemeClr val="tx1"/>
              </a:gs>
              <a:gs pos="72000">
                <a:schemeClr val="accent4"/>
              </a:gs>
              <a:gs pos="0">
                <a:srgbClr val="00A6FF"/>
              </a:gs>
              <a:gs pos="46000">
                <a:srgbClr val="291C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070DE1-E542-7170-173E-2C2EDFF146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89706" y="2552130"/>
            <a:ext cx="4322870" cy="1054584"/>
          </a:xfrm>
        </p:spPr>
        <p:txBody>
          <a:bodyPr anchor="b">
            <a:noAutofit/>
          </a:bodyPr>
          <a:lstStyle>
            <a:lvl1pPr>
              <a:defRPr sz="4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Divider headline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521764-483E-14D5-3A6D-E18C901CA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1CA1C-A0EA-F94F-BA0C-0926614EABA3}" type="datetime1">
              <a:rPr lang="en-GB" smtClean="0"/>
              <a:t>16/05/2024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8E3ADD-0630-7B24-45A5-EFE95C413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68803E2-2F28-345A-3299-0726107D083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425952" y="4014492"/>
            <a:ext cx="4286623" cy="1929108"/>
          </a:xfrm>
        </p:spPr>
        <p:txBody>
          <a:bodyPr/>
          <a:lstStyle>
            <a:lvl1pPr marL="0" indent="0">
              <a:lnSpc>
                <a:spcPct val="120000"/>
              </a:lnSpc>
              <a:buNone/>
              <a:defRPr sz="1600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00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GB"/>
              <a:t>Add sub heading if needed</a:t>
            </a:r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89B1E47-B33C-C3D1-AC82-B81444B6BD1E}"/>
              </a:ext>
            </a:extLst>
          </p:cNvPr>
          <p:cNvGrpSpPr/>
          <p:nvPr userDrawn="1"/>
        </p:nvGrpSpPr>
        <p:grpSpPr>
          <a:xfrm>
            <a:off x="10637474" y="580264"/>
            <a:ext cx="1116884" cy="334890"/>
            <a:chOff x="251767" y="421854"/>
            <a:chExt cx="1356455" cy="406725"/>
          </a:xfrm>
        </p:grpSpPr>
        <p:pic>
          <p:nvPicPr>
            <p:cNvPr id="8" name="Picture 7" descr="A black and white logo&#10;&#10;Description automatically generated">
              <a:extLst>
                <a:ext uri="{FF2B5EF4-FFF2-40B4-BE49-F238E27FC236}">
                  <a16:creationId xmlns:a16="http://schemas.microsoft.com/office/drawing/2014/main" id="{02767A87-6BE2-22E3-D276-54C53A9BFF1D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/>
            <a:srcRect l="35713"/>
            <a:stretch/>
          </p:blipFill>
          <p:spPr>
            <a:xfrm>
              <a:off x="742520" y="438556"/>
              <a:ext cx="865702" cy="366010"/>
            </a:xfrm>
            <a:prstGeom prst="rect">
              <a:avLst/>
            </a:prstGeom>
          </p:spPr>
        </p:pic>
        <p:pic>
          <p:nvPicPr>
            <p:cNvPr id="10" name="Picture 9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096EE560-DADD-54D1-2504-F7A1E4E1BF5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/>
            <a:srcRect r="78165"/>
            <a:stretch/>
          </p:blipFill>
          <p:spPr>
            <a:xfrm>
              <a:off x="251767" y="421854"/>
              <a:ext cx="494192" cy="406725"/>
            </a:xfrm>
            <a:prstGeom prst="rect">
              <a:avLst/>
            </a:prstGeom>
          </p:spPr>
        </p:pic>
      </p:grp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EA7DDD30-D8A9-9AC0-82F5-602AEF05068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01505" y="794765"/>
            <a:ext cx="6546995" cy="5268469"/>
          </a:xfrm>
          <a:custGeom>
            <a:avLst/>
            <a:gdLst>
              <a:gd name="connsiteX0" fmla="*/ 3540465 w 6546995"/>
              <a:gd name="connsiteY0" fmla="*/ 0 h 5268469"/>
              <a:gd name="connsiteX1" fmla="*/ 4425235 w 6546995"/>
              <a:gd name="connsiteY1" fmla="*/ 0 h 5268469"/>
              <a:gd name="connsiteX2" fmla="*/ 4843055 w 6546995"/>
              <a:gd name="connsiteY2" fmla="*/ 173067 h 5268469"/>
              <a:gd name="connsiteX3" fmla="*/ 4861755 w 6546995"/>
              <a:gd name="connsiteY3" fmla="*/ 195731 h 5268469"/>
              <a:gd name="connsiteX4" fmla="*/ 4870751 w 6546995"/>
              <a:gd name="connsiteY4" fmla="*/ 195731 h 5268469"/>
              <a:gd name="connsiteX5" fmla="*/ 6439105 w 6546995"/>
              <a:gd name="connsiteY5" fmla="*/ 2304325 h 5268469"/>
              <a:gd name="connsiteX6" fmla="*/ 6546995 w 6546995"/>
              <a:gd name="connsiteY6" fmla="*/ 2606385 h 5268469"/>
              <a:gd name="connsiteX7" fmla="*/ 6543055 w 6546995"/>
              <a:gd name="connsiteY7" fmla="*/ 2684581 h 5268469"/>
              <a:gd name="connsiteX8" fmla="*/ 6543639 w 6546995"/>
              <a:gd name="connsiteY8" fmla="*/ 2699587 h 5268469"/>
              <a:gd name="connsiteX9" fmla="*/ 6432272 w 6546995"/>
              <a:gd name="connsiteY9" fmla="*/ 3000382 h 5268469"/>
              <a:gd name="connsiteX10" fmla="*/ 4903313 w 6546995"/>
              <a:gd name="connsiteY10" fmla="*/ 5007266 h 5268469"/>
              <a:gd name="connsiteX11" fmla="*/ 4870105 w 6546995"/>
              <a:gd name="connsiteY11" fmla="*/ 5042804 h 5268469"/>
              <a:gd name="connsiteX12" fmla="*/ 4843055 w 6546995"/>
              <a:gd name="connsiteY12" fmla="*/ 5075589 h 5268469"/>
              <a:gd name="connsiteX13" fmla="*/ 4425235 w 6546995"/>
              <a:gd name="connsiteY13" fmla="*/ 5248656 h 5268469"/>
              <a:gd name="connsiteX14" fmla="*/ 3540465 w 6546995"/>
              <a:gd name="connsiteY14" fmla="*/ 5248656 h 5268469"/>
              <a:gd name="connsiteX15" fmla="*/ 2949578 w 6546995"/>
              <a:gd name="connsiteY15" fmla="*/ 4657769 h 5268469"/>
              <a:gd name="connsiteX16" fmla="*/ 2949578 w 6546995"/>
              <a:gd name="connsiteY16" fmla="*/ 3719954 h 5268469"/>
              <a:gd name="connsiteX17" fmla="*/ 1953735 w 6546995"/>
              <a:gd name="connsiteY17" fmla="*/ 5027079 h 5268469"/>
              <a:gd name="connsiteX18" fmla="*/ 1920527 w 6546995"/>
              <a:gd name="connsiteY18" fmla="*/ 5062617 h 5268469"/>
              <a:gd name="connsiteX19" fmla="*/ 1893477 w 6546995"/>
              <a:gd name="connsiteY19" fmla="*/ 5095402 h 5268469"/>
              <a:gd name="connsiteX20" fmla="*/ 1475657 w 6546995"/>
              <a:gd name="connsiteY20" fmla="*/ 5268469 h 5268469"/>
              <a:gd name="connsiteX21" fmla="*/ 590887 w 6546995"/>
              <a:gd name="connsiteY21" fmla="*/ 5268469 h 5268469"/>
              <a:gd name="connsiteX22" fmla="*/ 0 w 6546995"/>
              <a:gd name="connsiteY22" fmla="*/ 4677582 h 5268469"/>
              <a:gd name="connsiteX23" fmla="*/ 0 w 6546995"/>
              <a:gd name="connsiteY23" fmla="*/ 610700 h 5268469"/>
              <a:gd name="connsiteX24" fmla="*/ 590887 w 6546995"/>
              <a:gd name="connsiteY24" fmla="*/ 19813 h 5268469"/>
              <a:gd name="connsiteX25" fmla="*/ 1475657 w 6546995"/>
              <a:gd name="connsiteY25" fmla="*/ 19813 h 5268469"/>
              <a:gd name="connsiteX26" fmla="*/ 1893477 w 6546995"/>
              <a:gd name="connsiteY26" fmla="*/ 192880 h 5268469"/>
              <a:gd name="connsiteX27" fmla="*/ 1912177 w 6546995"/>
              <a:gd name="connsiteY27" fmla="*/ 215544 h 5268469"/>
              <a:gd name="connsiteX28" fmla="*/ 1921173 w 6546995"/>
              <a:gd name="connsiteY28" fmla="*/ 215544 h 5268469"/>
              <a:gd name="connsiteX29" fmla="*/ 2955405 w 6546995"/>
              <a:gd name="connsiteY29" fmla="*/ 1606031 h 5268469"/>
              <a:gd name="connsiteX30" fmla="*/ 2955405 w 6546995"/>
              <a:gd name="connsiteY30" fmla="*/ 3679490 h 5268469"/>
              <a:gd name="connsiteX31" fmla="*/ 3472788 w 6546995"/>
              <a:gd name="connsiteY31" fmla="*/ 3000382 h 5268469"/>
              <a:gd name="connsiteX32" fmla="*/ 3584155 w 6546995"/>
              <a:gd name="connsiteY32" fmla="*/ 2699587 h 5268469"/>
              <a:gd name="connsiteX33" fmla="*/ 3583571 w 6546995"/>
              <a:gd name="connsiteY33" fmla="*/ 2684581 h 5268469"/>
              <a:gd name="connsiteX34" fmla="*/ 3587511 w 6546995"/>
              <a:gd name="connsiteY34" fmla="*/ 2606385 h 5268469"/>
              <a:gd name="connsiteX35" fmla="*/ 3479621 w 6546995"/>
              <a:gd name="connsiteY35" fmla="*/ 2304325 h 5268469"/>
              <a:gd name="connsiteX36" fmla="*/ 2949578 w 6546995"/>
              <a:gd name="connsiteY36" fmla="*/ 1591702 h 5268469"/>
              <a:gd name="connsiteX37" fmla="*/ 2949578 w 6546995"/>
              <a:gd name="connsiteY37" fmla="*/ 590887 h 5268469"/>
              <a:gd name="connsiteX38" fmla="*/ 3540465 w 6546995"/>
              <a:gd name="connsiteY38" fmla="*/ 0 h 5268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6546995" h="5268469">
                <a:moveTo>
                  <a:pt x="3540465" y="0"/>
                </a:moveTo>
                <a:lnTo>
                  <a:pt x="4425235" y="0"/>
                </a:lnTo>
                <a:cubicBezTo>
                  <a:pt x="4588404" y="0"/>
                  <a:pt x="4736126" y="66138"/>
                  <a:pt x="4843055" y="173067"/>
                </a:cubicBezTo>
                <a:lnTo>
                  <a:pt x="4861755" y="195731"/>
                </a:lnTo>
                <a:lnTo>
                  <a:pt x="4870751" y="195731"/>
                </a:lnTo>
                <a:lnTo>
                  <a:pt x="6439105" y="2304325"/>
                </a:lnTo>
                <a:cubicBezTo>
                  <a:pt x="6506920" y="2395500"/>
                  <a:pt x="6542203" y="2500817"/>
                  <a:pt x="6546995" y="2606385"/>
                </a:cubicBezTo>
                <a:lnTo>
                  <a:pt x="6543055" y="2684581"/>
                </a:lnTo>
                <a:lnTo>
                  <a:pt x="6543639" y="2699587"/>
                </a:lnTo>
                <a:cubicBezTo>
                  <a:pt x="6537630" y="2805092"/>
                  <a:pt x="6501134" y="2909995"/>
                  <a:pt x="6432272" y="3000382"/>
                </a:cubicBezTo>
                <a:lnTo>
                  <a:pt x="4903313" y="5007266"/>
                </a:lnTo>
                <a:lnTo>
                  <a:pt x="4870105" y="5042804"/>
                </a:lnTo>
                <a:lnTo>
                  <a:pt x="4843055" y="5075589"/>
                </a:lnTo>
                <a:cubicBezTo>
                  <a:pt x="4736126" y="5182519"/>
                  <a:pt x="4588404" y="5248656"/>
                  <a:pt x="4425235" y="5248656"/>
                </a:cubicBezTo>
                <a:lnTo>
                  <a:pt x="3540465" y="5248656"/>
                </a:lnTo>
                <a:cubicBezTo>
                  <a:pt x="3214127" y="5248656"/>
                  <a:pt x="2949578" y="4984107"/>
                  <a:pt x="2949578" y="4657769"/>
                </a:cubicBezTo>
                <a:lnTo>
                  <a:pt x="2949578" y="3719954"/>
                </a:lnTo>
                <a:lnTo>
                  <a:pt x="1953735" y="5027079"/>
                </a:lnTo>
                <a:lnTo>
                  <a:pt x="1920527" y="5062617"/>
                </a:lnTo>
                <a:lnTo>
                  <a:pt x="1893477" y="5095402"/>
                </a:lnTo>
                <a:cubicBezTo>
                  <a:pt x="1786548" y="5202332"/>
                  <a:pt x="1638826" y="5268469"/>
                  <a:pt x="1475657" y="5268469"/>
                </a:cubicBezTo>
                <a:lnTo>
                  <a:pt x="590887" y="5268469"/>
                </a:lnTo>
                <a:cubicBezTo>
                  <a:pt x="264549" y="5268469"/>
                  <a:pt x="0" y="5003920"/>
                  <a:pt x="0" y="4677582"/>
                </a:cubicBezTo>
                <a:lnTo>
                  <a:pt x="0" y="610700"/>
                </a:lnTo>
                <a:cubicBezTo>
                  <a:pt x="0" y="284362"/>
                  <a:pt x="264549" y="19813"/>
                  <a:pt x="590887" y="19813"/>
                </a:cubicBezTo>
                <a:lnTo>
                  <a:pt x="1475657" y="19813"/>
                </a:lnTo>
                <a:cubicBezTo>
                  <a:pt x="1638826" y="19813"/>
                  <a:pt x="1786548" y="85951"/>
                  <a:pt x="1893477" y="192880"/>
                </a:cubicBezTo>
                <a:lnTo>
                  <a:pt x="1912177" y="215544"/>
                </a:lnTo>
                <a:lnTo>
                  <a:pt x="1921173" y="215544"/>
                </a:lnTo>
                <a:lnTo>
                  <a:pt x="2955405" y="1606031"/>
                </a:lnTo>
                <a:lnTo>
                  <a:pt x="2955405" y="3679490"/>
                </a:lnTo>
                <a:lnTo>
                  <a:pt x="3472788" y="3000382"/>
                </a:lnTo>
                <a:cubicBezTo>
                  <a:pt x="3541650" y="2909995"/>
                  <a:pt x="3578146" y="2805092"/>
                  <a:pt x="3584155" y="2699587"/>
                </a:cubicBezTo>
                <a:lnTo>
                  <a:pt x="3583571" y="2684581"/>
                </a:lnTo>
                <a:lnTo>
                  <a:pt x="3587511" y="2606385"/>
                </a:lnTo>
                <a:cubicBezTo>
                  <a:pt x="3582719" y="2500817"/>
                  <a:pt x="3547436" y="2395500"/>
                  <a:pt x="3479621" y="2304325"/>
                </a:cubicBezTo>
                <a:lnTo>
                  <a:pt x="2949578" y="1591702"/>
                </a:lnTo>
                <a:lnTo>
                  <a:pt x="2949578" y="590887"/>
                </a:lnTo>
                <a:cubicBezTo>
                  <a:pt x="2949578" y="264549"/>
                  <a:pt x="3214127" y="0"/>
                  <a:pt x="3540465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2930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3" userDrawn="1">
          <p15:clr>
            <a:srgbClr val="FBAE40"/>
          </p15:clr>
        </p15:guide>
        <p15:guide id="2" pos="7378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6A2C4EC-6F3E-D880-FF2D-4223E98431D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A6FF"/>
              </a:gs>
              <a:gs pos="85000">
                <a:srgbClr val="291CF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80B3E8B-9AD9-81A6-0CF2-E9A16908F7BB}"/>
              </a:ext>
            </a:extLst>
          </p:cNvPr>
          <p:cNvSpPr/>
          <p:nvPr userDrawn="1"/>
        </p:nvSpPr>
        <p:spPr>
          <a:xfrm>
            <a:off x="-7810500" y="-3228975"/>
            <a:ext cx="7810500" cy="1331595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E37035-4F09-189A-28DF-6E78DDF2F5A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403696" y="2087466"/>
            <a:ext cx="5384892" cy="1500187"/>
          </a:xfrm>
        </p:spPr>
        <p:txBody>
          <a:bodyPr anchor="b"/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Divider headline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FCA7F3-9BE1-2756-D1F8-09D68271F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B95C2-B763-8341-8E04-B4CFEB94F5EE}" type="datetime1">
              <a:rPr lang="en-GB" smtClean="0"/>
              <a:t>16/05/2024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ABF362-FBE0-ADE3-67AF-18AF26EA2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C6240CF-6624-3B9C-C73D-704C139F7286}"/>
              </a:ext>
            </a:extLst>
          </p:cNvPr>
          <p:cNvGrpSpPr/>
          <p:nvPr userDrawn="1"/>
        </p:nvGrpSpPr>
        <p:grpSpPr>
          <a:xfrm>
            <a:off x="10637474" y="580264"/>
            <a:ext cx="1116884" cy="334890"/>
            <a:chOff x="251767" y="421854"/>
            <a:chExt cx="1356455" cy="406725"/>
          </a:xfrm>
        </p:grpSpPr>
        <p:pic>
          <p:nvPicPr>
            <p:cNvPr id="17" name="Picture 16" descr="A black and white logo&#10;&#10;Description automatically generated">
              <a:extLst>
                <a:ext uri="{FF2B5EF4-FFF2-40B4-BE49-F238E27FC236}">
                  <a16:creationId xmlns:a16="http://schemas.microsoft.com/office/drawing/2014/main" id="{A46E4713-9530-EA20-94E6-BD839CC5C25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/>
            <a:srcRect l="35713"/>
            <a:stretch/>
          </p:blipFill>
          <p:spPr>
            <a:xfrm>
              <a:off x="742520" y="438556"/>
              <a:ext cx="865702" cy="366010"/>
            </a:xfrm>
            <a:prstGeom prst="rect">
              <a:avLst/>
            </a:prstGeom>
          </p:spPr>
        </p:pic>
        <p:pic>
          <p:nvPicPr>
            <p:cNvPr id="18" name="Picture 17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AA1E56C3-32E9-E4D4-AB8E-C014FAAD69BA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/>
            <a:srcRect r="78165"/>
            <a:stretch/>
          </p:blipFill>
          <p:spPr>
            <a:xfrm>
              <a:off x="251767" y="421854"/>
              <a:ext cx="494192" cy="406725"/>
            </a:xfrm>
            <a:prstGeom prst="rect">
              <a:avLst/>
            </a:prstGeom>
          </p:spPr>
        </p:pic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EC30A9E4-9C27-7B78-2C96-16D41BA6DE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16369" y="3097460"/>
            <a:ext cx="2788262" cy="2852737"/>
          </a:xfrm>
        </p:spPr>
        <p:txBody>
          <a:bodyPr anchor="b">
            <a:normAutofit/>
          </a:bodyPr>
          <a:lstStyle>
            <a:lvl1pPr>
              <a:defRPr sz="16600">
                <a:solidFill>
                  <a:schemeClr val="accent2">
                    <a:alpha val="43890"/>
                  </a:schemeClr>
                </a:solidFill>
              </a:defRPr>
            </a:lvl1pPr>
          </a:lstStyle>
          <a:p>
            <a:r>
              <a:rPr lang="en-GB"/>
              <a:t>00</a:t>
            </a:r>
            <a:endParaRPr lang="en-US"/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E908FC92-52F3-59E0-1ECB-64DA6B693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-27384"/>
            <a:ext cx="6096000" cy="6885384"/>
          </a:xfrm>
          <a:custGeom>
            <a:avLst/>
            <a:gdLst>
              <a:gd name="connsiteX0" fmla="*/ 0 w 6096000"/>
              <a:gd name="connsiteY0" fmla="*/ 0 h 6885384"/>
              <a:gd name="connsiteX1" fmla="*/ 3856597 w 6096000"/>
              <a:gd name="connsiteY1" fmla="*/ 0 h 6885384"/>
              <a:gd name="connsiteX2" fmla="*/ 5779771 w 6096000"/>
              <a:gd name="connsiteY2" fmla="*/ 2629491 h 6885384"/>
              <a:gd name="connsiteX3" fmla="*/ 5999969 w 6096000"/>
              <a:gd name="connsiteY3" fmla="*/ 3050976 h 6885384"/>
              <a:gd name="connsiteX4" fmla="*/ 6005782 w 6096000"/>
              <a:gd name="connsiteY4" fmla="*/ 3071143 h 6885384"/>
              <a:gd name="connsiteX5" fmla="*/ 6012834 w 6096000"/>
              <a:gd name="connsiteY5" fmla="*/ 3089154 h 6885384"/>
              <a:gd name="connsiteX6" fmla="*/ 5771915 w 6096000"/>
              <a:gd name="connsiteY6" fmla="*/ 4554432 h 6885384"/>
              <a:gd name="connsiteX7" fmla="*/ 3993867 w 6096000"/>
              <a:gd name="connsiteY7" fmla="*/ 6885384 h 6885384"/>
              <a:gd name="connsiteX8" fmla="*/ 0 w 6096000"/>
              <a:gd name="connsiteY8" fmla="*/ 6885384 h 6885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96000" h="6885384">
                <a:moveTo>
                  <a:pt x="0" y="0"/>
                </a:moveTo>
                <a:lnTo>
                  <a:pt x="3856597" y="0"/>
                </a:lnTo>
                <a:lnTo>
                  <a:pt x="5779771" y="2629491"/>
                </a:lnTo>
                <a:cubicBezTo>
                  <a:pt x="5876431" y="2761652"/>
                  <a:pt x="5949572" y="2903813"/>
                  <a:pt x="5999969" y="3050976"/>
                </a:cubicBezTo>
                <a:lnTo>
                  <a:pt x="6005782" y="3071143"/>
                </a:lnTo>
                <a:lnTo>
                  <a:pt x="6012834" y="3089154"/>
                </a:lnTo>
                <a:cubicBezTo>
                  <a:pt x="6174911" y="3570168"/>
                  <a:pt x="6102932" y="4120480"/>
                  <a:pt x="5771915" y="4554432"/>
                </a:cubicBezTo>
                <a:lnTo>
                  <a:pt x="3993867" y="6885384"/>
                </a:lnTo>
                <a:lnTo>
                  <a:pt x="0" y="6885384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0381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067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1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1D9A179-30DD-4CFE-9AC8-AF4A7DC70FEC}"/>
              </a:ext>
            </a:extLst>
          </p:cNvPr>
          <p:cNvSpPr/>
          <p:nvPr userDrawn="1"/>
        </p:nvSpPr>
        <p:spPr>
          <a:xfrm>
            <a:off x="0" y="269359"/>
            <a:ext cx="12192000" cy="6588641"/>
          </a:xfrm>
          <a:prstGeom prst="rect">
            <a:avLst/>
          </a:prstGeom>
          <a:gradFill>
            <a:gsLst>
              <a:gs pos="100000">
                <a:schemeClr val="bg1"/>
              </a:gs>
              <a:gs pos="50000">
                <a:schemeClr val="bg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EA5B500E-3AAC-266E-BCC1-D9C23C7E0688}"/>
              </a:ext>
            </a:extLst>
          </p:cNvPr>
          <p:cNvSpPr/>
          <p:nvPr userDrawn="1"/>
        </p:nvSpPr>
        <p:spPr>
          <a:xfrm>
            <a:off x="-5084061" y="36576"/>
            <a:ext cx="14435719" cy="6885384"/>
          </a:xfrm>
          <a:custGeom>
            <a:avLst/>
            <a:gdLst>
              <a:gd name="connsiteX0" fmla="*/ 75435 w 14435719"/>
              <a:gd name="connsiteY0" fmla="*/ 0 h 6885384"/>
              <a:gd name="connsiteX1" fmla="*/ 12196316 w 14435719"/>
              <a:gd name="connsiteY1" fmla="*/ 0 h 6885384"/>
              <a:gd name="connsiteX2" fmla="*/ 14119490 w 14435719"/>
              <a:gd name="connsiteY2" fmla="*/ 2629491 h 6885384"/>
              <a:gd name="connsiteX3" fmla="*/ 14339688 w 14435719"/>
              <a:gd name="connsiteY3" fmla="*/ 3050976 h 6885384"/>
              <a:gd name="connsiteX4" fmla="*/ 14345501 w 14435719"/>
              <a:gd name="connsiteY4" fmla="*/ 3071143 h 6885384"/>
              <a:gd name="connsiteX5" fmla="*/ 14352553 w 14435719"/>
              <a:gd name="connsiteY5" fmla="*/ 3089154 h 6885384"/>
              <a:gd name="connsiteX6" fmla="*/ 14111634 w 14435719"/>
              <a:gd name="connsiteY6" fmla="*/ 4554432 h 6885384"/>
              <a:gd name="connsiteX7" fmla="*/ 12333586 w 14435719"/>
              <a:gd name="connsiteY7" fmla="*/ 6885384 h 6885384"/>
              <a:gd name="connsiteX8" fmla="*/ 0 w 14435719"/>
              <a:gd name="connsiteY8" fmla="*/ 6885384 h 6885384"/>
              <a:gd name="connsiteX9" fmla="*/ 0 w 14435719"/>
              <a:gd name="connsiteY9" fmla="*/ 481677 h 6885384"/>
              <a:gd name="connsiteX10" fmla="*/ 70983 w 14435719"/>
              <a:gd name="connsiteY10" fmla="*/ 12162 h 6885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435719" h="6885384">
                <a:moveTo>
                  <a:pt x="75435" y="0"/>
                </a:moveTo>
                <a:lnTo>
                  <a:pt x="12196316" y="0"/>
                </a:lnTo>
                <a:lnTo>
                  <a:pt x="14119490" y="2629491"/>
                </a:lnTo>
                <a:cubicBezTo>
                  <a:pt x="14216150" y="2761652"/>
                  <a:pt x="14289291" y="2903813"/>
                  <a:pt x="14339688" y="3050976"/>
                </a:cubicBezTo>
                <a:lnTo>
                  <a:pt x="14345501" y="3071143"/>
                </a:lnTo>
                <a:lnTo>
                  <a:pt x="14352553" y="3089154"/>
                </a:lnTo>
                <a:cubicBezTo>
                  <a:pt x="14514630" y="3570168"/>
                  <a:pt x="14442651" y="4120480"/>
                  <a:pt x="14111634" y="4554432"/>
                </a:cubicBezTo>
                <a:lnTo>
                  <a:pt x="12333586" y="6885384"/>
                </a:lnTo>
                <a:lnTo>
                  <a:pt x="0" y="6885384"/>
                </a:lnTo>
                <a:lnTo>
                  <a:pt x="0" y="481677"/>
                </a:lnTo>
                <a:cubicBezTo>
                  <a:pt x="0" y="318177"/>
                  <a:pt x="24852" y="160482"/>
                  <a:pt x="70983" y="12162"/>
                </a:cubicBezTo>
                <a:close/>
              </a:path>
            </a:pathLst>
          </a:custGeom>
          <a:gradFill>
            <a:gsLst>
              <a:gs pos="77000">
                <a:schemeClr val="bg2"/>
              </a:gs>
              <a:gs pos="99000">
                <a:schemeClr val="bg1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146222D-E326-06B1-69A0-B6068BF201C8}"/>
              </a:ext>
            </a:extLst>
          </p:cNvPr>
          <p:cNvSpPr/>
          <p:nvPr userDrawn="1"/>
        </p:nvSpPr>
        <p:spPr>
          <a:xfrm>
            <a:off x="-12691872" y="-5212080"/>
            <a:ext cx="12691872" cy="18873216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EDE373C7-6A0D-C69D-1B4A-A09005E61953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6888088" y="1257300"/>
            <a:ext cx="4779372" cy="4603750"/>
          </a:xfr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BFD4DA-6C6B-22C6-BEE2-DF44D3827A2E}"/>
              </a:ext>
            </a:extLst>
          </p:cNvPr>
          <p:cNvSpPr/>
          <p:nvPr userDrawn="1"/>
        </p:nvSpPr>
        <p:spPr>
          <a:xfrm>
            <a:off x="0" y="0"/>
            <a:ext cx="12192000" cy="685800"/>
          </a:xfrm>
          <a:prstGeom prst="rect">
            <a:avLst/>
          </a:prstGeom>
          <a:gradFill>
            <a:gsLst>
              <a:gs pos="98000">
                <a:srgbClr val="0A0114"/>
              </a:gs>
              <a:gs pos="21000">
                <a:srgbClr val="2458E9"/>
              </a:gs>
              <a:gs pos="77000">
                <a:srgbClr val="3A00A5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070DE1-E542-7170-173E-2C2EDFF146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1179" y="1034536"/>
            <a:ext cx="5982350" cy="1054584"/>
          </a:xfrm>
        </p:spPr>
        <p:txBody>
          <a:bodyPr anchor="b">
            <a:noAutofit/>
          </a:bodyPr>
          <a:lstStyle>
            <a:lvl1pPr>
              <a:defRPr sz="2800"/>
            </a:lvl1pPr>
          </a:lstStyle>
          <a:p>
            <a:r>
              <a:rPr lang="en-GB"/>
              <a:t>Headline goes here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521764-483E-14D5-3A6D-E18C901CA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E683F-5CBF-9745-989F-1C211EBE788E}" type="datetime1">
              <a:rPr lang="en-GB" smtClean="0"/>
              <a:t>16/05/2024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8E3ADD-0630-7B24-45A5-EFE95C413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86CB18-6783-F595-5705-1209F0B24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2271" y="6275668"/>
            <a:ext cx="2743200" cy="365125"/>
          </a:xfrm>
        </p:spPr>
        <p:txBody>
          <a:bodyPr/>
          <a:lstStyle/>
          <a:p>
            <a:fld id="{662408D0-DD37-1B4F-8C60-478A1B0FE8EB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8553EDD-1CEF-4712-026F-70E4E69317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78165"/>
          <a:stretch/>
        </p:blipFill>
        <p:spPr>
          <a:xfrm>
            <a:off x="239188" y="199213"/>
            <a:ext cx="410898" cy="338174"/>
          </a:xfrm>
          <a:prstGeom prst="rect">
            <a:avLst/>
          </a:prstGeo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68803E2-2F28-345A-3299-0726107D083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658" y="2807141"/>
            <a:ext cx="5962755" cy="3093598"/>
          </a:xfrm>
        </p:spPr>
        <p:txBody>
          <a:bodyPr/>
          <a:lstStyle>
            <a:lvl1pPr>
              <a:lnSpc>
                <a:spcPct val="140000"/>
              </a:lnSpc>
              <a:defRPr sz="1400"/>
            </a:lvl1pPr>
            <a:lvl2pPr>
              <a:lnSpc>
                <a:spcPct val="140000"/>
              </a:lnSpc>
              <a:defRPr sz="1050"/>
            </a:lvl2pPr>
            <a:lvl3pPr>
              <a:lnSpc>
                <a:spcPct val="140000"/>
              </a:lnSpc>
              <a:defRPr sz="900"/>
            </a:lvl3pPr>
            <a:lvl4pPr>
              <a:lnSpc>
                <a:spcPct val="140000"/>
              </a:lnSpc>
              <a:defRPr sz="800"/>
            </a:lvl4pPr>
            <a:lvl5pPr>
              <a:lnSpc>
                <a:spcPct val="140000"/>
              </a:lnSpc>
              <a:defRPr sz="7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B2BCBA91-30F7-42A2-47E4-1E693409EF2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68353" y="92215"/>
            <a:ext cx="9170427" cy="512763"/>
          </a:xfrm>
        </p:spPr>
        <p:txBody>
          <a:bodyPr anchor="ctr"/>
          <a:lstStyle>
            <a:lvl1pPr marL="0" indent="0">
              <a:lnSpc>
                <a:spcPct val="140000"/>
              </a:lnSpc>
              <a:buNone/>
              <a:defRPr sz="1200" spc="0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00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GB"/>
              <a:t>SUBJECT HEADING</a:t>
            </a:r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FB94B98-D385-5F6A-DDDF-D7480E354429}"/>
              </a:ext>
            </a:extLst>
          </p:cNvPr>
          <p:cNvSpPr/>
          <p:nvPr userDrawn="1"/>
        </p:nvSpPr>
        <p:spPr>
          <a:xfrm>
            <a:off x="0" y="6718852"/>
            <a:ext cx="12192000" cy="175239"/>
          </a:xfrm>
          <a:prstGeom prst="rect">
            <a:avLst/>
          </a:prstGeom>
          <a:gradFill>
            <a:gsLst>
              <a:gs pos="98000">
                <a:srgbClr val="0A0114"/>
              </a:gs>
              <a:gs pos="21000">
                <a:srgbClr val="2458E9"/>
              </a:gs>
              <a:gs pos="77000">
                <a:srgbClr val="3A00A5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2313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2" userDrawn="1">
          <p15:clr>
            <a:srgbClr val="FBAE40"/>
          </p15:clr>
        </p15:guide>
        <p15:guide id="2" orient="horz" pos="777" userDrawn="1">
          <p15:clr>
            <a:srgbClr val="FBAE40"/>
          </p15:clr>
        </p15:guide>
        <p15:guide id="3" pos="483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 2 column + 1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1D9A179-30DD-4CFE-9AC8-AF4A7DC70FEC}"/>
              </a:ext>
            </a:extLst>
          </p:cNvPr>
          <p:cNvSpPr/>
          <p:nvPr userDrawn="1"/>
        </p:nvSpPr>
        <p:spPr>
          <a:xfrm>
            <a:off x="0" y="269359"/>
            <a:ext cx="12192000" cy="6588641"/>
          </a:xfrm>
          <a:prstGeom prst="rect">
            <a:avLst/>
          </a:prstGeom>
          <a:gradFill>
            <a:gsLst>
              <a:gs pos="100000">
                <a:schemeClr val="bg1"/>
              </a:gs>
              <a:gs pos="50000">
                <a:schemeClr val="bg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E7BF932D-8A39-8665-3919-DDADC8D90FCE}"/>
              </a:ext>
            </a:extLst>
          </p:cNvPr>
          <p:cNvSpPr/>
          <p:nvPr userDrawn="1"/>
        </p:nvSpPr>
        <p:spPr>
          <a:xfrm>
            <a:off x="-5084061" y="36576"/>
            <a:ext cx="14435719" cy="6885384"/>
          </a:xfrm>
          <a:custGeom>
            <a:avLst/>
            <a:gdLst>
              <a:gd name="connsiteX0" fmla="*/ 75435 w 14435719"/>
              <a:gd name="connsiteY0" fmla="*/ 0 h 6885384"/>
              <a:gd name="connsiteX1" fmla="*/ 12196316 w 14435719"/>
              <a:gd name="connsiteY1" fmla="*/ 0 h 6885384"/>
              <a:gd name="connsiteX2" fmla="*/ 14119490 w 14435719"/>
              <a:gd name="connsiteY2" fmla="*/ 2629491 h 6885384"/>
              <a:gd name="connsiteX3" fmla="*/ 14339688 w 14435719"/>
              <a:gd name="connsiteY3" fmla="*/ 3050976 h 6885384"/>
              <a:gd name="connsiteX4" fmla="*/ 14345501 w 14435719"/>
              <a:gd name="connsiteY4" fmla="*/ 3071143 h 6885384"/>
              <a:gd name="connsiteX5" fmla="*/ 14352553 w 14435719"/>
              <a:gd name="connsiteY5" fmla="*/ 3089154 h 6885384"/>
              <a:gd name="connsiteX6" fmla="*/ 14111634 w 14435719"/>
              <a:gd name="connsiteY6" fmla="*/ 4554432 h 6885384"/>
              <a:gd name="connsiteX7" fmla="*/ 12333586 w 14435719"/>
              <a:gd name="connsiteY7" fmla="*/ 6885384 h 6885384"/>
              <a:gd name="connsiteX8" fmla="*/ 0 w 14435719"/>
              <a:gd name="connsiteY8" fmla="*/ 6885384 h 6885384"/>
              <a:gd name="connsiteX9" fmla="*/ 0 w 14435719"/>
              <a:gd name="connsiteY9" fmla="*/ 481677 h 6885384"/>
              <a:gd name="connsiteX10" fmla="*/ 70983 w 14435719"/>
              <a:gd name="connsiteY10" fmla="*/ 12162 h 6885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435719" h="6885384">
                <a:moveTo>
                  <a:pt x="75435" y="0"/>
                </a:moveTo>
                <a:lnTo>
                  <a:pt x="12196316" y="0"/>
                </a:lnTo>
                <a:lnTo>
                  <a:pt x="14119490" y="2629491"/>
                </a:lnTo>
                <a:cubicBezTo>
                  <a:pt x="14216150" y="2761652"/>
                  <a:pt x="14289291" y="2903813"/>
                  <a:pt x="14339688" y="3050976"/>
                </a:cubicBezTo>
                <a:lnTo>
                  <a:pt x="14345501" y="3071143"/>
                </a:lnTo>
                <a:lnTo>
                  <a:pt x="14352553" y="3089154"/>
                </a:lnTo>
                <a:cubicBezTo>
                  <a:pt x="14514630" y="3570168"/>
                  <a:pt x="14442651" y="4120480"/>
                  <a:pt x="14111634" y="4554432"/>
                </a:cubicBezTo>
                <a:lnTo>
                  <a:pt x="12333586" y="6885384"/>
                </a:lnTo>
                <a:lnTo>
                  <a:pt x="0" y="6885384"/>
                </a:lnTo>
                <a:lnTo>
                  <a:pt x="0" y="481677"/>
                </a:lnTo>
                <a:cubicBezTo>
                  <a:pt x="0" y="318177"/>
                  <a:pt x="24852" y="160482"/>
                  <a:pt x="70983" y="12162"/>
                </a:cubicBezTo>
                <a:close/>
              </a:path>
            </a:pathLst>
          </a:custGeom>
          <a:gradFill>
            <a:gsLst>
              <a:gs pos="77000">
                <a:schemeClr val="bg2"/>
              </a:gs>
              <a:gs pos="99000">
                <a:schemeClr val="bg1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E05C7F-86EB-7AE8-5FEB-3EB558AE09DF}"/>
              </a:ext>
            </a:extLst>
          </p:cNvPr>
          <p:cNvSpPr/>
          <p:nvPr userDrawn="1"/>
        </p:nvSpPr>
        <p:spPr>
          <a:xfrm>
            <a:off x="-12691872" y="-5230368"/>
            <a:ext cx="12691872" cy="18873216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EDE373C7-6A0D-C69D-1B4A-A09005E61953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6888088" y="1257300"/>
            <a:ext cx="4779372" cy="4603750"/>
          </a:xfr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BFD4DA-6C6B-22C6-BEE2-DF44D3827A2E}"/>
              </a:ext>
            </a:extLst>
          </p:cNvPr>
          <p:cNvSpPr/>
          <p:nvPr userDrawn="1"/>
        </p:nvSpPr>
        <p:spPr>
          <a:xfrm>
            <a:off x="0" y="0"/>
            <a:ext cx="12192000" cy="685800"/>
          </a:xfrm>
          <a:prstGeom prst="rect">
            <a:avLst/>
          </a:prstGeom>
          <a:gradFill>
            <a:gsLst>
              <a:gs pos="98000">
                <a:srgbClr val="0A0114"/>
              </a:gs>
              <a:gs pos="21000">
                <a:srgbClr val="2458E9"/>
              </a:gs>
              <a:gs pos="77000">
                <a:srgbClr val="3A00A5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070DE1-E542-7170-173E-2C2EDFF146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1179" y="1034536"/>
            <a:ext cx="5834433" cy="1054584"/>
          </a:xfrm>
        </p:spPr>
        <p:txBody>
          <a:bodyPr anchor="b">
            <a:noAutofit/>
          </a:bodyPr>
          <a:lstStyle>
            <a:lvl1pPr>
              <a:defRPr sz="2800"/>
            </a:lvl1pPr>
          </a:lstStyle>
          <a:p>
            <a:r>
              <a:rPr lang="en-GB"/>
              <a:t>Headline goes here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521764-483E-14D5-3A6D-E18C901CA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3303F-0095-934E-B4EF-3567663BAD13}" type="datetime1">
              <a:rPr lang="en-GB" smtClean="0"/>
              <a:t>16/05/2024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8E3ADD-0630-7B24-45A5-EFE95C413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86CB18-6783-F595-5705-1209F0B24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2271" y="6275668"/>
            <a:ext cx="2743200" cy="365125"/>
          </a:xfrm>
        </p:spPr>
        <p:txBody>
          <a:bodyPr/>
          <a:lstStyle/>
          <a:p>
            <a:fld id="{662408D0-DD37-1B4F-8C60-478A1B0FE8EB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8553EDD-1CEF-4712-026F-70E4E69317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78165"/>
          <a:stretch/>
        </p:blipFill>
        <p:spPr>
          <a:xfrm>
            <a:off x="239188" y="199213"/>
            <a:ext cx="410898" cy="338174"/>
          </a:xfrm>
          <a:prstGeom prst="rect">
            <a:avLst/>
          </a:prstGeo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68803E2-2F28-345A-3299-0726107D083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6658" y="2807141"/>
            <a:ext cx="5822401" cy="3093598"/>
          </a:xfrm>
        </p:spPr>
        <p:txBody>
          <a:bodyPr numCol="2" spcCol="252000"/>
          <a:lstStyle>
            <a:lvl1pPr>
              <a:lnSpc>
                <a:spcPct val="140000"/>
              </a:lnSpc>
              <a:defRPr sz="1400"/>
            </a:lvl1pPr>
            <a:lvl2pPr>
              <a:lnSpc>
                <a:spcPct val="140000"/>
              </a:lnSpc>
              <a:defRPr sz="1050"/>
            </a:lvl2pPr>
            <a:lvl3pPr>
              <a:lnSpc>
                <a:spcPct val="140000"/>
              </a:lnSpc>
              <a:defRPr sz="900"/>
            </a:lvl3pPr>
            <a:lvl4pPr>
              <a:lnSpc>
                <a:spcPct val="140000"/>
              </a:lnSpc>
              <a:defRPr sz="800"/>
            </a:lvl4pPr>
            <a:lvl5pPr>
              <a:lnSpc>
                <a:spcPct val="140000"/>
              </a:lnSpc>
              <a:defRPr sz="700"/>
            </a:lvl5pPr>
          </a:lstStyle>
          <a:p>
            <a:pPr lvl="0"/>
            <a:r>
              <a:rPr lang="en-GB"/>
              <a:t>Click to edit Master text styles 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B2BCBA91-30F7-42A2-47E4-1E693409EF2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68353" y="92215"/>
            <a:ext cx="9170427" cy="512763"/>
          </a:xfrm>
        </p:spPr>
        <p:txBody>
          <a:bodyPr anchor="ctr"/>
          <a:lstStyle>
            <a:lvl1pPr marL="0" indent="0">
              <a:lnSpc>
                <a:spcPct val="140000"/>
              </a:lnSpc>
              <a:buNone/>
              <a:defRPr sz="1200" spc="0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00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GB"/>
              <a:t>SUBJECT HEADING</a:t>
            </a:r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FB94B98-D385-5F6A-DDDF-D7480E354429}"/>
              </a:ext>
            </a:extLst>
          </p:cNvPr>
          <p:cNvSpPr/>
          <p:nvPr userDrawn="1"/>
        </p:nvSpPr>
        <p:spPr>
          <a:xfrm>
            <a:off x="0" y="6718852"/>
            <a:ext cx="12192000" cy="175239"/>
          </a:xfrm>
          <a:prstGeom prst="rect">
            <a:avLst/>
          </a:prstGeom>
          <a:gradFill>
            <a:gsLst>
              <a:gs pos="98000">
                <a:srgbClr val="0A0114"/>
              </a:gs>
              <a:gs pos="21000">
                <a:srgbClr val="2458E9"/>
              </a:gs>
              <a:gs pos="77000">
                <a:srgbClr val="3A00A5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230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2" userDrawn="1">
          <p15:clr>
            <a:srgbClr val="FBAE40"/>
          </p15:clr>
        </p15:guide>
        <p15:guide id="2" orient="horz" pos="777" userDrawn="1">
          <p15:clr>
            <a:srgbClr val="FBAE40"/>
          </p15:clr>
        </p15:guide>
        <p15:guide id="3" pos="483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2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1D9A179-30DD-4CFE-9AC8-AF4A7DC70FEC}"/>
              </a:ext>
            </a:extLst>
          </p:cNvPr>
          <p:cNvSpPr/>
          <p:nvPr userDrawn="1"/>
        </p:nvSpPr>
        <p:spPr>
          <a:xfrm>
            <a:off x="0" y="285401"/>
            <a:ext cx="12192000" cy="6572599"/>
          </a:xfrm>
          <a:prstGeom prst="rect">
            <a:avLst/>
          </a:prstGeom>
          <a:gradFill>
            <a:gsLst>
              <a:gs pos="100000">
                <a:schemeClr val="bg1"/>
              </a:gs>
              <a:gs pos="50000">
                <a:schemeClr val="bg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1306BD17-2726-C4C7-E28E-C44D5155BDD5}"/>
              </a:ext>
            </a:extLst>
          </p:cNvPr>
          <p:cNvSpPr/>
          <p:nvPr userDrawn="1"/>
        </p:nvSpPr>
        <p:spPr>
          <a:xfrm>
            <a:off x="-5084061" y="36576"/>
            <a:ext cx="14435719" cy="6885384"/>
          </a:xfrm>
          <a:custGeom>
            <a:avLst/>
            <a:gdLst>
              <a:gd name="connsiteX0" fmla="*/ 75435 w 14435719"/>
              <a:gd name="connsiteY0" fmla="*/ 0 h 6885384"/>
              <a:gd name="connsiteX1" fmla="*/ 12196316 w 14435719"/>
              <a:gd name="connsiteY1" fmla="*/ 0 h 6885384"/>
              <a:gd name="connsiteX2" fmla="*/ 14119490 w 14435719"/>
              <a:gd name="connsiteY2" fmla="*/ 2629491 h 6885384"/>
              <a:gd name="connsiteX3" fmla="*/ 14339688 w 14435719"/>
              <a:gd name="connsiteY3" fmla="*/ 3050976 h 6885384"/>
              <a:gd name="connsiteX4" fmla="*/ 14345501 w 14435719"/>
              <a:gd name="connsiteY4" fmla="*/ 3071143 h 6885384"/>
              <a:gd name="connsiteX5" fmla="*/ 14352553 w 14435719"/>
              <a:gd name="connsiteY5" fmla="*/ 3089154 h 6885384"/>
              <a:gd name="connsiteX6" fmla="*/ 14111634 w 14435719"/>
              <a:gd name="connsiteY6" fmla="*/ 4554432 h 6885384"/>
              <a:gd name="connsiteX7" fmla="*/ 12333586 w 14435719"/>
              <a:gd name="connsiteY7" fmla="*/ 6885384 h 6885384"/>
              <a:gd name="connsiteX8" fmla="*/ 0 w 14435719"/>
              <a:gd name="connsiteY8" fmla="*/ 6885384 h 6885384"/>
              <a:gd name="connsiteX9" fmla="*/ 0 w 14435719"/>
              <a:gd name="connsiteY9" fmla="*/ 481677 h 6885384"/>
              <a:gd name="connsiteX10" fmla="*/ 70983 w 14435719"/>
              <a:gd name="connsiteY10" fmla="*/ 12162 h 6885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435719" h="6885384">
                <a:moveTo>
                  <a:pt x="75435" y="0"/>
                </a:moveTo>
                <a:lnTo>
                  <a:pt x="12196316" y="0"/>
                </a:lnTo>
                <a:lnTo>
                  <a:pt x="14119490" y="2629491"/>
                </a:lnTo>
                <a:cubicBezTo>
                  <a:pt x="14216150" y="2761652"/>
                  <a:pt x="14289291" y="2903813"/>
                  <a:pt x="14339688" y="3050976"/>
                </a:cubicBezTo>
                <a:lnTo>
                  <a:pt x="14345501" y="3071143"/>
                </a:lnTo>
                <a:lnTo>
                  <a:pt x="14352553" y="3089154"/>
                </a:lnTo>
                <a:cubicBezTo>
                  <a:pt x="14514630" y="3570168"/>
                  <a:pt x="14442651" y="4120480"/>
                  <a:pt x="14111634" y="4554432"/>
                </a:cubicBezTo>
                <a:lnTo>
                  <a:pt x="12333586" y="6885384"/>
                </a:lnTo>
                <a:lnTo>
                  <a:pt x="0" y="6885384"/>
                </a:lnTo>
                <a:lnTo>
                  <a:pt x="0" y="481677"/>
                </a:lnTo>
                <a:cubicBezTo>
                  <a:pt x="0" y="318177"/>
                  <a:pt x="24852" y="160482"/>
                  <a:pt x="70983" y="12162"/>
                </a:cubicBezTo>
                <a:close/>
              </a:path>
            </a:pathLst>
          </a:custGeom>
          <a:gradFill>
            <a:gsLst>
              <a:gs pos="77000">
                <a:schemeClr val="bg2"/>
              </a:gs>
              <a:gs pos="99000">
                <a:schemeClr val="bg1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DCB1F4B-7AE3-78E7-279A-82AD86BF07EB}"/>
              </a:ext>
            </a:extLst>
          </p:cNvPr>
          <p:cNvSpPr/>
          <p:nvPr userDrawn="1"/>
        </p:nvSpPr>
        <p:spPr>
          <a:xfrm>
            <a:off x="-12691872" y="-5230368"/>
            <a:ext cx="12691872" cy="18873216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BFD4DA-6C6B-22C6-BEE2-DF44D3827A2E}"/>
              </a:ext>
            </a:extLst>
          </p:cNvPr>
          <p:cNvSpPr/>
          <p:nvPr userDrawn="1"/>
        </p:nvSpPr>
        <p:spPr>
          <a:xfrm>
            <a:off x="0" y="0"/>
            <a:ext cx="12192000" cy="685800"/>
          </a:xfrm>
          <a:prstGeom prst="rect">
            <a:avLst/>
          </a:prstGeom>
          <a:gradFill>
            <a:gsLst>
              <a:gs pos="98000">
                <a:srgbClr val="0A0114"/>
              </a:gs>
              <a:gs pos="21000">
                <a:srgbClr val="2458E9"/>
              </a:gs>
              <a:gs pos="77000">
                <a:srgbClr val="3A00A5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070DE1-E542-7170-173E-2C2EDFF146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1179" y="1034536"/>
            <a:ext cx="5955456" cy="1054584"/>
          </a:xfrm>
        </p:spPr>
        <p:txBody>
          <a:bodyPr anchor="b">
            <a:noAutofit/>
          </a:bodyPr>
          <a:lstStyle>
            <a:lvl1pPr>
              <a:defRPr sz="2800"/>
            </a:lvl1pPr>
          </a:lstStyle>
          <a:p>
            <a:r>
              <a:rPr lang="en-GB"/>
              <a:t>Headline goes here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521764-483E-14D5-3A6D-E18C901CA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534E5-910E-9349-95D7-AD1A02EE9931}" type="datetime1">
              <a:rPr lang="en-GB" smtClean="0"/>
              <a:t>16/05/2024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8E3ADD-0630-7B24-45A5-EFE95C413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86CB18-6783-F595-5705-1209F0B24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2271" y="6275668"/>
            <a:ext cx="2743200" cy="365125"/>
          </a:xfrm>
        </p:spPr>
        <p:txBody>
          <a:bodyPr/>
          <a:lstStyle/>
          <a:p>
            <a:fld id="{662408D0-DD37-1B4F-8C60-478A1B0FE8EB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8553EDD-1CEF-4712-026F-70E4E69317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78165"/>
          <a:stretch/>
        </p:blipFill>
        <p:spPr>
          <a:xfrm>
            <a:off x="239188" y="199213"/>
            <a:ext cx="410898" cy="338174"/>
          </a:xfrm>
          <a:prstGeom prst="rect">
            <a:avLst/>
          </a:prstGeo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68803E2-2F28-345A-3299-0726107D083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658" y="2807141"/>
            <a:ext cx="5962755" cy="3093598"/>
          </a:xfrm>
        </p:spPr>
        <p:txBody>
          <a:bodyPr/>
          <a:lstStyle>
            <a:lvl1pPr>
              <a:lnSpc>
                <a:spcPct val="140000"/>
              </a:lnSpc>
              <a:defRPr sz="1400"/>
            </a:lvl1pPr>
            <a:lvl2pPr>
              <a:lnSpc>
                <a:spcPct val="140000"/>
              </a:lnSpc>
              <a:defRPr sz="1050"/>
            </a:lvl2pPr>
            <a:lvl3pPr>
              <a:lnSpc>
                <a:spcPct val="140000"/>
              </a:lnSpc>
              <a:defRPr sz="900"/>
            </a:lvl3pPr>
            <a:lvl4pPr>
              <a:lnSpc>
                <a:spcPct val="140000"/>
              </a:lnSpc>
              <a:defRPr sz="800"/>
            </a:lvl4pPr>
            <a:lvl5pPr>
              <a:lnSpc>
                <a:spcPct val="140000"/>
              </a:lnSpc>
              <a:defRPr sz="7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B2BCBA91-30F7-42A2-47E4-1E693409EF2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68353" y="92215"/>
            <a:ext cx="9170427" cy="512763"/>
          </a:xfrm>
        </p:spPr>
        <p:txBody>
          <a:bodyPr anchor="ctr"/>
          <a:lstStyle>
            <a:lvl1pPr marL="0" indent="0">
              <a:lnSpc>
                <a:spcPct val="140000"/>
              </a:lnSpc>
              <a:buNone/>
              <a:defRPr sz="1200" spc="0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00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GB"/>
              <a:t>WHY WORK WITH US</a:t>
            </a:r>
            <a:endParaRPr lang="en-US"/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0F4414D7-FB0D-46B3-24C8-EBAE082987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884894" y="1257300"/>
            <a:ext cx="4773706" cy="1828800"/>
          </a:xfr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FB94B98-D385-5F6A-DDDF-D7480E354429}"/>
              </a:ext>
            </a:extLst>
          </p:cNvPr>
          <p:cNvSpPr/>
          <p:nvPr userDrawn="1"/>
        </p:nvSpPr>
        <p:spPr>
          <a:xfrm>
            <a:off x="0" y="6718852"/>
            <a:ext cx="12192000" cy="175239"/>
          </a:xfrm>
          <a:prstGeom prst="rect">
            <a:avLst/>
          </a:prstGeom>
          <a:gradFill>
            <a:gsLst>
              <a:gs pos="98000">
                <a:srgbClr val="0A0114"/>
              </a:gs>
              <a:gs pos="21000">
                <a:srgbClr val="2458E9"/>
              </a:gs>
              <a:gs pos="77000">
                <a:srgbClr val="3A00A5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39241727-F243-112C-7534-E4C93814A437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6871447" y="3175590"/>
            <a:ext cx="4787153" cy="2713141"/>
          </a:xfr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5665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2" userDrawn="1">
          <p15:clr>
            <a:srgbClr val="FBAE40"/>
          </p15:clr>
        </p15:guide>
        <p15:guide id="2" orient="horz" pos="777" userDrawn="1">
          <p15:clr>
            <a:srgbClr val="FBAE40"/>
          </p15:clr>
        </p15:guide>
        <p15:guide id="3" pos="483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1D9A179-30DD-4CFE-9AC8-AF4A7DC70FEC}"/>
              </a:ext>
            </a:extLst>
          </p:cNvPr>
          <p:cNvSpPr/>
          <p:nvPr userDrawn="1"/>
        </p:nvSpPr>
        <p:spPr>
          <a:xfrm>
            <a:off x="0" y="285401"/>
            <a:ext cx="12192000" cy="6572599"/>
          </a:xfrm>
          <a:prstGeom prst="rect">
            <a:avLst/>
          </a:prstGeom>
          <a:gradFill>
            <a:gsLst>
              <a:gs pos="100000">
                <a:schemeClr val="bg1"/>
              </a:gs>
              <a:gs pos="50000">
                <a:schemeClr val="bg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A978C8AC-B809-D90E-8A93-C435580CE06B}"/>
              </a:ext>
            </a:extLst>
          </p:cNvPr>
          <p:cNvSpPr/>
          <p:nvPr userDrawn="1"/>
        </p:nvSpPr>
        <p:spPr>
          <a:xfrm>
            <a:off x="-5084061" y="36576"/>
            <a:ext cx="14435719" cy="6885384"/>
          </a:xfrm>
          <a:custGeom>
            <a:avLst/>
            <a:gdLst>
              <a:gd name="connsiteX0" fmla="*/ 75435 w 14435719"/>
              <a:gd name="connsiteY0" fmla="*/ 0 h 6885384"/>
              <a:gd name="connsiteX1" fmla="*/ 12196316 w 14435719"/>
              <a:gd name="connsiteY1" fmla="*/ 0 h 6885384"/>
              <a:gd name="connsiteX2" fmla="*/ 14119490 w 14435719"/>
              <a:gd name="connsiteY2" fmla="*/ 2629491 h 6885384"/>
              <a:gd name="connsiteX3" fmla="*/ 14339688 w 14435719"/>
              <a:gd name="connsiteY3" fmla="*/ 3050976 h 6885384"/>
              <a:gd name="connsiteX4" fmla="*/ 14345501 w 14435719"/>
              <a:gd name="connsiteY4" fmla="*/ 3071143 h 6885384"/>
              <a:gd name="connsiteX5" fmla="*/ 14352553 w 14435719"/>
              <a:gd name="connsiteY5" fmla="*/ 3089154 h 6885384"/>
              <a:gd name="connsiteX6" fmla="*/ 14111634 w 14435719"/>
              <a:gd name="connsiteY6" fmla="*/ 4554432 h 6885384"/>
              <a:gd name="connsiteX7" fmla="*/ 12333586 w 14435719"/>
              <a:gd name="connsiteY7" fmla="*/ 6885384 h 6885384"/>
              <a:gd name="connsiteX8" fmla="*/ 0 w 14435719"/>
              <a:gd name="connsiteY8" fmla="*/ 6885384 h 6885384"/>
              <a:gd name="connsiteX9" fmla="*/ 0 w 14435719"/>
              <a:gd name="connsiteY9" fmla="*/ 481677 h 6885384"/>
              <a:gd name="connsiteX10" fmla="*/ 70983 w 14435719"/>
              <a:gd name="connsiteY10" fmla="*/ 12162 h 6885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435719" h="6885384">
                <a:moveTo>
                  <a:pt x="75435" y="0"/>
                </a:moveTo>
                <a:lnTo>
                  <a:pt x="12196316" y="0"/>
                </a:lnTo>
                <a:lnTo>
                  <a:pt x="14119490" y="2629491"/>
                </a:lnTo>
                <a:cubicBezTo>
                  <a:pt x="14216150" y="2761652"/>
                  <a:pt x="14289291" y="2903813"/>
                  <a:pt x="14339688" y="3050976"/>
                </a:cubicBezTo>
                <a:lnTo>
                  <a:pt x="14345501" y="3071143"/>
                </a:lnTo>
                <a:lnTo>
                  <a:pt x="14352553" y="3089154"/>
                </a:lnTo>
                <a:cubicBezTo>
                  <a:pt x="14514630" y="3570168"/>
                  <a:pt x="14442651" y="4120480"/>
                  <a:pt x="14111634" y="4554432"/>
                </a:cubicBezTo>
                <a:lnTo>
                  <a:pt x="12333586" y="6885384"/>
                </a:lnTo>
                <a:lnTo>
                  <a:pt x="0" y="6885384"/>
                </a:lnTo>
                <a:lnTo>
                  <a:pt x="0" y="481677"/>
                </a:lnTo>
                <a:cubicBezTo>
                  <a:pt x="0" y="318177"/>
                  <a:pt x="24852" y="160482"/>
                  <a:pt x="70983" y="12162"/>
                </a:cubicBezTo>
                <a:close/>
              </a:path>
            </a:pathLst>
          </a:custGeom>
          <a:gradFill>
            <a:gsLst>
              <a:gs pos="77000">
                <a:schemeClr val="bg2"/>
              </a:gs>
              <a:gs pos="99000">
                <a:schemeClr val="bg1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BFD4DA-6C6B-22C6-BEE2-DF44D3827A2E}"/>
              </a:ext>
            </a:extLst>
          </p:cNvPr>
          <p:cNvSpPr/>
          <p:nvPr userDrawn="1"/>
        </p:nvSpPr>
        <p:spPr>
          <a:xfrm>
            <a:off x="0" y="0"/>
            <a:ext cx="12192000" cy="685800"/>
          </a:xfrm>
          <a:prstGeom prst="rect">
            <a:avLst/>
          </a:prstGeom>
          <a:gradFill>
            <a:gsLst>
              <a:gs pos="98000">
                <a:srgbClr val="0A0114"/>
              </a:gs>
              <a:gs pos="21000">
                <a:srgbClr val="2458E9"/>
              </a:gs>
              <a:gs pos="77000">
                <a:srgbClr val="3A00A5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070DE1-E542-7170-173E-2C2EDFF146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1179" y="1034536"/>
            <a:ext cx="5354821" cy="1054584"/>
          </a:xfrm>
        </p:spPr>
        <p:txBody>
          <a:bodyPr anchor="b">
            <a:noAutofit/>
          </a:bodyPr>
          <a:lstStyle>
            <a:lvl1pPr>
              <a:defRPr sz="2800"/>
            </a:lvl1pPr>
          </a:lstStyle>
          <a:p>
            <a:r>
              <a:rPr lang="en-GB"/>
              <a:t>Headline goes here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521764-483E-14D5-3A6D-E18C901CA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B36AE-7492-CA4A-BCA0-6B4D35B30FB1}" type="datetime1">
              <a:rPr lang="en-GB" smtClean="0"/>
              <a:t>16/05/2024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8E3ADD-0630-7B24-45A5-EFE95C413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86CB18-6783-F595-5705-1209F0B24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2271" y="6275668"/>
            <a:ext cx="2743200" cy="365125"/>
          </a:xfrm>
        </p:spPr>
        <p:txBody>
          <a:bodyPr/>
          <a:lstStyle/>
          <a:p>
            <a:fld id="{662408D0-DD37-1B4F-8C60-478A1B0FE8EB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8553EDD-1CEF-4712-026F-70E4E69317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78165"/>
          <a:stretch/>
        </p:blipFill>
        <p:spPr>
          <a:xfrm>
            <a:off x="239188" y="199213"/>
            <a:ext cx="410898" cy="338174"/>
          </a:xfrm>
          <a:prstGeom prst="rect">
            <a:avLst/>
          </a:prstGeo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68803E2-2F28-345A-3299-0726107D083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659" y="2807141"/>
            <a:ext cx="5469550" cy="3093598"/>
          </a:xfrm>
        </p:spPr>
        <p:txBody>
          <a:bodyPr/>
          <a:lstStyle>
            <a:lvl1pPr>
              <a:lnSpc>
                <a:spcPct val="140000"/>
              </a:lnSpc>
              <a:defRPr sz="1400"/>
            </a:lvl1pPr>
            <a:lvl2pPr>
              <a:lnSpc>
                <a:spcPct val="140000"/>
              </a:lnSpc>
              <a:defRPr sz="1050"/>
            </a:lvl2pPr>
            <a:lvl3pPr>
              <a:lnSpc>
                <a:spcPct val="140000"/>
              </a:lnSpc>
              <a:defRPr sz="900"/>
            </a:lvl3pPr>
            <a:lvl4pPr>
              <a:lnSpc>
                <a:spcPct val="140000"/>
              </a:lnSpc>
              <a:defRPr sz="800"/>
            </a:lvl4pPr>
            <a:lvl5pPr>
              <a:lnSpc>
                <a:spcPct val="120000"/>
              </a:lnSpc>
              <a:defRPr sz="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B2BCBA91-30F7-42A2-47E4-1E693409EF2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68353" y="92215"/>
            <a:ext cx="9170427" cy="512763"/>
          </a:xfrm>
        </p:spPr>
        <p:txBody>
          <a:bodyPr anchor="ctr"/>
          <a:lstStyle>
            <a:lvl1pPr marL="0" indent="0">
              <a:lnSpc>
                <a:spcPct val="140000"/>
              </a:lnSpc>
              <a:buNone/>
              <a:defRPr sz="1200" spc="0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00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GB"/>
              <a:t>SUBJECT HEADING</a:t>
            </a:r>
            <a:endParaRPr lang="en-US"/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0F4414D7-FB0D-46B3-24C8-EBAE082987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272588" y="1257300"/>
            <a:ext cx="2386012" cy="1828800"/>
          </a:xfr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FB94B98-D385-5F6A-DDDF-D7480E354429}"/>
              </a:ext>
            </a:extLst>
          </p:cNvPr>
          <p:cNvSpPr/>
          <p:nvPr userDrawn="1"/>
        </p:nvSpPr>
        <p:spPr>
          <a:xfrm>
            <a:off x="0" y="6718852"/>
            <a:ext cx="12192000" cy="175239"/>
          </a:xfrm>
          <a:prstGeom prst="rect">
            <a:avLst/>
          </a:prstGeom>
          <a:gradFill>
            <a:gsLst>
              <a:gs pos="98000">
                <a:srgbClr val="0A0114"/>
              </a:gs>
              <a:gs pos="21000">
                <a:srgbClr val="2458E9"/>
              </a:gs>
              <a:gs pos="77000">
                <a:srgbClr val="3A00A5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EDE373C7-6A0D-C69D-1B4A-A09005E61953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6888088" y="1257300"/>
            <a:ext cx="2298775" cy="4603750"/>
          </a:xfr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39241727-F243-112C-7534-E4C93814A437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9272588" y="3175590"/>
            <a:ext cx="2386012" cy="2713141"/>
          </a:xfr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4C82197-134A-F14D-8F3D-AE96DE6C9960}"/>
              </a:ext>
            </a:extLst>
          </p:cNvPr>
          <p:cNvSpPr/>
          <p:nvPr userDrawn="1"/>
        </p:nvSpPr>
        <p:spPr>
          <a:xfrm>
            <a:off x="-12691872" y="-5212080"/>
            <a:ext cx="12691872" cy="18873216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6673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2" userDrawn="1">
          <p15:clr>
            <a:srgbClr val="FBAE40"/>
          </p15:clr>
        </p15:guide>
        <p15:guide id="2" orient="horz" pos="1956" userDrawn="1">
          <p15:clr>
            <a:srgbClr val="FBAE40"/>
          </p15:clr>
        </p15:guide>
        <p15:guide id="3" pos="579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1 Image on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C151133-E932-8A2F-5EF3-0CDD6F518456}"/>
              </a:ext>
            </a:extLst>
          </p:cNvPr>
          <p:cNvSpPr/>
          <p:nvPr userDrawn="1"/>
        </p:nvSpPr>
        <p:spPr>
          <a:xfrm>
            <a:off x="-1" y="0"/>
            <a:ext cx="12192001" cy="6908800"/>
          </a:xfrm>
          <a:prstGeom prst="rect">
            <a:avLst/>
          </a:prstGeom>
          <a:gradFill>
            <a:gsLst>
              <a:gs pos="64000">
                <a:srgbClr val="0A0114"/>
              </a:gs>
              <a:gs pos="9000">
                <a:srgbClr val="3A00A5"/>
              </a:gs>
            </a:gsLst>
            <a:lin ang="108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070DE1-E542-7170-173E-2C2EDFF146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68210" y="1233488"/>
            <a:ext cx="5028465" cy="1054584"/>
          </a:xfrm>
        </p:spPr>
        <p:txBody>
          <a:bodyPr anchor="b">
            <a:noAutofit/>
          </a:bodyPr>
          <a:lstStyle>
            <a:lvl1pPr>
              <a:defRPr sz="2800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Headline goes here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521764-483E-14D5-3A6D-E18C901CA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834EB-082D-F648-AE76-20F817285204}" type="datetime1">
              <a:rPr lang="en-GB" smtClean="0"/>
              <a:t>16/05/2024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8E3ADD-0630-7B24-45A5-EFE95C413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86CB18-6783-F595-5705-1209F0B24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2271" y="6275668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62408D0-DD37-1B4F-8C60-478A1B0FE8E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68803E2-2F28-345A-3299-0726107D083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93690" y="2660822"/>
            <a:ext cx="5008499" cy="3239917"/>
          </a:xfrm>
        </p:spPr>
        <p:txBody>
          <a:bodyPr/>
          <a:lstStyle>
            <a:lvl1pPr>
              <a:lnSpc>
                <a:spcPct val="140000"/>
              </a:lnSpc>
              <a:defRPr sz="1400">
                <a:solidFill>
                  <a:schemeClr val="bg1"/>
                </a:solidFill>
              </a:defRPr>
            </a:lvl1pPr>
            <a:lvl2pPr>
              <a:lnSpc>
                <a:spcPct val="140000"/>
              </a:lnSpc>
              <a:defRPr sz="1050">
                <a:solidFill>
                  <a:schemeClr val="bg1"/>
                </a:solidFill>
              </a:defRPr>
            </a:lvl2pPr>
            <a:lvl3pPr>
              <a:lnSpc>
                <a:spcPct val="140000"/>
              </a:lnSpc>
              <a:defRPr sz="900">
                <a:solidFill>
                  <a:schemeClr val="bg1"/>
                </a:solidFill>
              </a:defRPr>
            </a:lvl3pPr>
            <a:lvl4pPr>
              <a:lnSpc>
                <a:spcPct val="140000"/>
              </a:lnSpc>
              <a:defRPr sz="800">
                <a:solidFill>
                  <a:schemeClr val="bg1"/>
                </a:solidFill>
              </a:defRPr>
            </a:lvl4pPr>
            <a:lvl5pPr>
              <a:lnSpc>
                <a:spcPct val="140000"/>
              </a:lnSpc>
              <a:defRPr sz="7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6F5244-2E1B-37B9-D707-03E5BB24154C}"/>
              </a:ext>
            </a:extLst>
          </p:cNvPr>
          <p:cNvSpPr/>
          <p:nvPr userDrawn="1"/>
        </p:nvSpPr>
        <p:spPr>
          <a:xfrm>
            <a:off x="0" y="0"/>
            <a:ext cx="12192000" cy="685800"/>
          </a:xfrm>
          <a:prstGeom prst="rect">
            <a:avLst/>
          </a:prstGeom>
          <a:gradFill>
            <a:gsLst>
              <a:gs pos="98000">
                <a:srgbClr val="0A0114"/>
              </a:gs>
              <a:gs pos="21000">
                <a:srgbClr val="2458E9"/>
              </a:gs>
              <a:gs pos="77000">
                <a:srgbClr val="3A00A5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706585B8-1F7B-0C4A-1493-669230DCDE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78165"/>
          <a:stretch/>
        </p:blipFill>
        <p:spPr>
          <a:xfrm>
            <a:off x="5954182" y="199213"/>
            <a:ext cx="410898" cy="338174"/>
          </a:xfrm>
          <a:prstGeom prst="rect">
            <a:avLst/>
          </a:prstGeom>
        </p:spPr>
      </p:pic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F4358235-5811-0E4C-2B56-BBF7FAAE8F6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83347" y="92215"/>
            <a:ext cx="9170427" cy="512763"/>
          </a:xfrm>
        </p:spPr>
        <p:txBody>
          <a:bodyPr anchor="ctr"/>
          <a:lstStyle>
            <a:lvl1pPr marL="0" indent="0">
              <a:lnSpc>
                <a:spcPct val="140000"/>
              </a:lnSpc>
              <a:buNone/>
              <a:defRPr sz="1200" spc="0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00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GB"/>
              <a:t>SUBJECT HEADING</a:t>
            </a:r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F25CD9-7E5B-C7CD-926D-3C6F154BA01F}"/>
              </a:ext>
            </a:extLst>
          </p:cNvPr>
          <p:cNvSpPr/>
          <p:nvPr userDrawn="1"/>
        </p:nvSpPr>
        <p:spPr>
          <a:xfrm>
            <a:off x="0" y="6718852"/>
            <a:ext cx="12192000" cy="175239"/>
          </a:xfrm>
          <a:prstGeom prst="rect">
            <a:avLst/>
          </a:prstGeom>
          <a:gradFill>
            <a:gsLst>
              <a:gs pos="98000">
                <a:srgbClr val="0A0114"/>
              </a:gs>
              <a:gs pos="21000">
                <a:srgbClr val="2458E9"/>
              </a:gs>
              <a:gs pos="77000">
                <a:srgbClr val="3A00A5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64B2993-F4D5-9AC6-BDB3-C2866E46EEA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-9096"/>
            <a:ext cx="6096000" cy="6885384"/>
          </a:xfrm>
          <a:custGeom>
            <a:avLst/>
            <a:gdLst>
              <a:gd name="connsiteX0" fmla="*/ 0 w 6096000"/>
              <a:gd name="connsiteY0" fmla="*/ 0 h 6885384"/>
              <a:gd name="connsiteX1" fmla="*/ 3856597 w 6096000"/>
              <a:gd name="connsiteY1" fmla="*/ 0 h 6885384"/>
              <a:gd name="connsiteX2" fmla="*/ 5779771 w 6096000"/>
              <a:gd name="connsiteY2" fmla="*/ 2629491 h 6885384"/>
              <a:gd name="connsiteX3" fmla="*/ 5999969 w 6096000"/>
              <a:gd name="connsiteY3" fmla="*/ 3050976 h 6885384"/>
              <a:gd name="connsiteX4" fmla="*/ 6005782 w 6096000"/>
              <a:gd name="connsiteY4" fmla="*/ 3071143 h 6885384"/>
              <a:gd name="connsiteX5" fmla="*/ 6012834 w 6096000"/>
              <a:gd name="connsiteY5" fmla="*/ 3089154 h 6885384"/>
              <a:gd name="connsiteX6" fmla="*/ 5771915 w 6096000"/>
              <a:gd name="connsiteY6" fmla="*/ 4554432 h 6885384"/>
              <a:gd name="connsiteX7" fmla="*/ 3993867 w 6096000"/>
              <a:gd name="connsiteY7" fmla="*/ 6885384 h 6885384"/>
              <a:gd name="connsiteX8" fmla="*/ 0 w 6096000"/>
              <a:gd name="connsiteY8" fmla="*/ 6885384 h 6885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96000" h="6885384">
                <a:moveTo>
                  <a:pt x="0" y="0"/>
                </a:moveTo>
                <a:lnTo>
                  <a:pt x="3856597" y="0"/>
                </a:lnTo>
                <a:lnTo>
                  <a:pt x="5779771" y="2629491"/>
                </a:lnTo>
                <a:cubicBezTo>
                  <a:pt x="5876431" y="2761652"/>
                  <a:pt x="5949572" y="2903813"/>
                  <a:pt x="5999969" y="3050976"/>
                </a:cubicBezTo>
                <a:lnTo>
                  <a:pt x="6005782" y="3071143"/>
                </a:lnTo>
                <a:lnTo>
                  <a:pt x="6012834" y="3089154"/>
                </a:lnTo>
                <a:cubicBezTo>
                  <a:pt x="6174911" y="3570168"/>
                  <a:pt x="6102932" y="4120480"/>
                  <a:pt x="5771915" y="4554432"/>
                </a:cubicBezTo>
                <a:lnTo>
                  <a:pt x="3993867" y="6885384"/>
                </a:lnTo>
                <a:lnTo>
                  <a:pt x="0" y="6885384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6902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2" userDrawn="1">
          <p15:clr>
            <a:srgbClr val="FBAE40"/>
          </p15:clr>
        </p15:guide>
        <p15:guide id="2" orient="horz" pos="777" userDrawn="1">
          <p15:clr>
            <a:srgbClr val="FBAE40"/>
          </p15:clr>
        </p15:guide>
        <p15:guide id="3" pos="4089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1 Image on BLU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C151133-E932-8A2F-5EF3-0CDD6F518456}"/>
              </a:ext>
            </a:extLst>
          </p:cNvPr>
          <p:cNvSpPr/>
          <p:nvPr userDrawn="1"/>
        </p:nvSpPr>
        <p:spPr>
          <a:xfrm>
            <a:off x="-1" y="0"/>
            <a:ext cx="12192001" cy="6908800"/>
          </a:xfrm>
          <a:prstGeom prst="rect">
            <a:avLst/>
          </a:prstGeom>
          <a:gradFill>
            <a:gsLst>
              <a:gs pos="64000">
                <a:srgbClr val="0A0114"/>
              </a:gs>
              <a:gs pos="9000">
                <a:srgbClr val="3A00A5"/>
              </a:gs>
            </a:gsLst>
            <a:lin ang="108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070DE1-E542-7170-173E-2C2EDFF146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68211" y="1233488"/>
            <a:ext cx="4504590" cy="1054584"/>
          </a:xfrm>
        </p:spPr>
        <p:txBody>
          <a:bodyPr anchor="b">
            <a:noAutofit/>
          </a:bodyPr>
          <a:lstStyle>
            <a:lvl1pPr>
              <a:defRPr sz="2800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Headline goes here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521764-483E-14D5-3A6D-E18C901CA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356D7-6DC0-E84E-8EBD-2F49B9D7E836}" type="datetime1">
              <a:rPr lang="en-GB" smtClean="0"/>
              <a:t>16/05/2024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86CB18-6783-F595-5705-1209F0B24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2271" y="6275668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62408D0-DD37-1B4F-8C60-478A1B0FE8E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68803E2-2F28-345A-3299-0726107D083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93691" y="2660822"/>
            <a:ext cx="4506004" cy="3239917"/>
          </a:xfrm>
        </p:spPr>
        <p:txBody>
          <a:bodyPr/>
          <a:lstStyle>
            <a:lvl1pPr>
              <a:lnSpc>
                <a:spcPct val="140000"/>
              </a:lnSpc>
              <a:defRPr sz="1400">
                <a:solidFill>
                  <a:schemeClr val="bg1"/>
                </a:solidFill>
              </a:defRPr>
            </a:lvl1pPr>
            <a:lvl2pPr>
              <a:lnSpc>
                <a:spcPct val="140000"/>
              </a:lnSpc>
              <a:defRPr sz="1050">
                <a:solidFill>
                  <a:schemeClr val="bg1"/>
                </a:solidFill>
              </a:defRPr>
            </a:lvl2pPr>
            <a:lvl3pPr>
              <a:lnSpc>
                <a:spcPct val="140000"/>
              </a:lnSpc>
              <a:defRPr sz="900">
                <a:solidFill>
                  <a:schemeClr val="bg1"/>
                </a:solidFill>
              </a:defRPr>
            </a:lvl3pPr>
            <a:lvl4pPr>
              <a:lnSpc>
                <a:spcPct val="140000"/>
              </a:lnSpc>
              <a:defRPr sz="800">
                <a:solidFill>
                  <a:schemeClr val="bg1"/>
                </a:solidFill>
              </a:defRPr>
            </a:lvl4pPr>
            <a:lvl5pPr>
              <a:lnSpc>
                <a:spcPct val="140000"/>
              </a:lnSpc>
              <a:defRPr sz="7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7CFEE46-ADD4-3D42-B65B-0D3AEC47FC50}"/>
              </a:ext>
            </a:extLst>
          </p:cNvPr>
          <p:cNvGrpSpPr/>
          <p:nvPr userDrawn="1"/>
        </p:nvGrpSpPr>
        <p:grpSpPr>
          <a:xfrm>
            <a:off x="10637474" y="580264"/>
            <a:ext cx="1116884" cy="334890"/>
            <a:chOff x="251767" y="421854"/>
            <a:chExt cx="1356455" cy="406725"/>
          </a:xfrm>
        </p:grpSpPr>
        <p:pic>
          <p:nvPicPr>
            <p:cNvPr id="11" name="Picture 10" descr="A black and white logo&#10;&#10;Description automatically generated">
              <a:extLst>
                <a:ext uri="{FF2B5EF4-FFF2-40B4-BE49-F238E27FC236}">
                  <a16:creationId xmlns:a16="http://schemas.microsoft.com/office/drawing/2014/main" id="{F8C4204B-2587-B98E-CAAE-FFC030A4723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/>
            <a:srcRect l="35713"/>
            <a:stretch/>
          </p:blipFill>
          <p:spPr>
            <a:xfrm>
              <a:off x="742520" y="438556"/>
              <a:ext cx="865702" cy="366010"/>
            </a:xfrm>
            <a:prstGeom prst="rect">
              <a:avLst/>
            </a:prstGeom>
          </p:spPr>
        </p:pic>
        <p:pic>
          <p:nvPicPr>
            <p:cNvPr id="12" name="Picture 11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9B0514EF-2A7F-B5D0-5D29-8B553358E10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/>
            <a:srcRect r="78165"/>
            <a:stretch/>
          </p:blipFill>
          <p:spPr>
            <a:xfrm>
              <a:off x="251767" y="421854"/>
              <a:ext cx="494192" cy="406725"/>
            </a:xfrm>
            <a:prstGeom prst="rect">
              <a:avLst/>
            </a:prstGeom>
          </p:spPr>
        </p:pic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4E22CFB4-9848-6D1C-4F0D-75D8EE263316}"/>
              </a:ext>
            </a:extLst>
          </p:cNvPr>
          <p:cNvSpPr/>
          <p:nvPr userDrawn="1"/>
        </p:nvSpPr>
        <p:spPr>
          <a:xfrm>
            <a:off x="6491288" y="2454505"/>
            <a:ext cx="1156447" cy="53789"/>
          </a:xfrm>
          <a:prstGeom prst="rect">
            <a:avLst/>
          </a:prstGeom>
          <a:gradFill>
            <a:gsLst>
              <a:gs pos="0">
                <a:srgbClr val="0A0114"/>
              </a:gs>
              <a:gs pos="42000">
                <a:srgbClr val="2458E9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85F81558-FC35-2F50-24C8-42D5CE47030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-27384"/>
            <a:ext cx="6096000" cy="6885384"/>
          </a:xfrm>
          <a:custGeom>
            <a:avLst/>
            <a:gdLst>
              <a:gd name="connsiteX0" fmla="*/ 0 w 6096000"/>
              <a:gd name="connsiteY0" fmla="*/ 0 h 6885384"/>
              <a:gd name="connsiteX1" fmla="*/ 3856597 w 6096000"/>
              <a:gd name="connsiteY1" fmla="*/ 0 h 6885384"/>
              <a:gd name="connsiteX2" fmla="*/ 5779771 w 6096000"/>
              <a:gd name="connsiteY2" fmla="*/ 2629491 h 6885384"/>
              <a:gd name="connsiteX3" fmla="*/ 5999969 w 6096000"/>
              <a:gd name="connsiteY3" fmla="*/ 3050976 h 6885384"/>
              <a:gd name="connsiteX4" fmla="*/ 6005782 w 6096000"/>
              <a:gd name="connsiteY4" fmla="*/ 3071143 h 6885384"/>
              <a:gd name="connsiteX5" fmla="*/ 6012834 w 6096000"/>
              <a:gd name="connsiteY5" fmla="*/ 3089154 h 6885384"/>
              <a:gd name="connsiteX6" fmla="*/ 5771915 w 6096000"/>
              <a:gd name="connsiteY6" fmla="*/ 4554432 h 6885384"/>
              <a:gd name="connsiteX7" fmla="*/ 3993867 w 6096000"/>
              <a:gd name="connsiteY7" fmla="*/ 6885384 h 6885384"/>
              <a:gd name="connsiteX8" fmla="*/ 0 w 6096000"/>
              <a:gd name="connsiteY8" fmla="*/ 6885384 h 6885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96000" h="6885384">
                <a:moveTo>
                  <a:pt x="0" y="0"/>
                </a:moveTo>
                <a:lnTo>
                  <a:pt x="3856597" y="0"/>
                </a:lnTo>
                <a:lnTo>
                  <a:pt x="5779771" y="2629491"/>
                </a:lnTo>
                <a:cubicBezTo>
                  <a:pt x="5876431" y="2761652"/>
                  <a:pt x="5949572" y="2903813"/>
                  <a:pt x="5999969" y="3050976"/>
                </a:cubicBezTo>
                <a:lnTo>
                  <a:pt x="6005782" y="3071143"/>
                </a:lnTo>
                <a:lnTo>
                  <a:pt x="6012834" y="3089154"/>
                </a:lnTo>
                <a:cubicBezTo>
                  <a:pt x="6174911" y="3570168"/>
                  <a:pt x="6102932" y="4120480"/>
                  <a:pt x="5771915" y="4554432"/>
                </a:cubicBezTo>
                <a:lnTo>
                  <a:pt x="3993867" y="6885384"/>
                </a:lnTo>
                <a:lnTo>
                  <a:pt x="0" y="6885384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8E3ADD-0630-7B24-45A5-EFE95C413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F25CD9-7E5B-C7CD-926D-3C6F154BA01F}"/>
              </a:ext>
            </a:extLst>
          </p:cNvPr>
          <p:cNvSpPr/>
          <p:nvPr userDrawn="1"/>
        </p:nvSpPr>
        <p:spPr>
          <a:xfrm>
            <a:off x="0" y="6718852"/>
            <a:ext cx="12192000" cy="175239"/>
          </a:xfrm>
          <a:prstGeom prst="rect">
            <a:avLst/>
          </a:prstGeom>
          <a:gradFill>
            <a:gsLst>
              <a:gs pos="98000">
                <a:srgbClr val="0A0114"/>
              </a:gs>
              <a:gs pos="21000">
                <a:srgbClr val="2458E9"/>
              </a:gs>
              <a:gs pos="77000">
                <a:srgbClr val="3A00A5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7080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2" userDrawn="1">
          <p15:clr>
            <a:srgbClr val="FBAE40"/>
          </p15:clr>
        </p15:guide>
        <p15:guide id="2" orient="horz" pos="777" userDrawn="1">
          <p15:clr>
            <a:srgbClr val="FBAE40"/>
          </p15:clr>
        </p15:guide>
        <p15:guide id="3" pos="4089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1D9A179-30DD-4CFE-9AC8-AF4A7DC70FEC}"/>
              </a:ext>
            </a:extLst>
          </p:cNvPr>
          <p:cNvSpPr/>
          <p:nvPr userDrawn="1"/>
        </p:nvSpPr>
        <p:spPr>
          <a:xfrm>
            <a:off x="0" y="368300"/>
            <a:ext cx="12192000" cy="6489700"/>
          </a:xfrm>
          <a:prstGeom prst="rect">
            <a:avLst/>
          </a:prstGeom>
          <a:gradFill>
            <a:gsLst>
              <a:gs pos="100000">
                <a:schemeClr val="bg1"/>
              </a:gs>
              <a:gs pos="50000">
                <a:schemeClr val="bg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3EE05F07-CCE3-82B9-9595-C3210E0C5329}"/>
              </a:ext>
            </a:extLst>
          </p:cNvPr>
          <p:cNvSpPr/>
          <p:nvPr userDrawn="1"/>
        </p:nvSpPr>
        <p:spPr>
          <a:xfrm>
            <a:off x="-5084061" y="36576"/>
            <a:ext cx="14435719" cy="6885384"/>
          </a:xfrm>
          <a:custGeom>
            <a:avLst/>
            <a:gdLst>
              <a:gd name="connsiteX0" fmla="*/ 75435 w 14435719"/>
              <a:gd name="connsiteY0" fmla="*/ 0 h 6885384"/>
              <a:gd name="connsiteX1" fmla="*/ 12196316 w 14435719"/>
              <a:gd name="connsiteY1" fmla="*/ 0 h 6885384"/>
              <a:gd name="connsiteX2" fmla="*/ 14119490 w 14435719"/>
              <a:gd name="connsiteY2" fmla="*/ 2629491 h 6885384"/>
              <a:gd name="connsiteX3" fmla="*/ 14339688 w 14435719"/>
              <a:gd name="connsiteY3" fmla="*/ 3050976 h 6885384"/>
              <a:gd name="connsiteX4" fmla="*/ 14345501 w 14435719"/>
              <a:gd name="connsiteY4" fmla="*/ 3071143 h 6885384"/>
              <a:gd name="connsiteX5" fmla="*/ 14352553 w 14435719"/>
              <a:gd name="connsiteY5" fmla="*/ 3089154 h 6885384"/>
              <a:gd name="connsiteX6" fmla="*/ 14111634 w 14435719"/>
              <a:gd name="connsiteY6" fmla="*/ 4554432 h 6885384"/>
              <a:gd name="connsiteX7" fmla="*/ 12333586 w 14435719"/>
              <a:gd name="connsiteY7" fmla="*/ 6885384 h 6885384"/>
              <a:gd name="connsiteX8" fmla="*/ 0 w 14435719"/>
              <a:gd name="connsiteY8" fmla="*/ 6885384 h 6885384"/>
              <a:gd name="connsiteX9" fmla="*/ 0 w 14435719"/>
              <a:gd name="connsiteY9" fmla="*/ 481677 h 6885384"/>
              <a:gd name="connsiteX10" fmla="*/ 70983 w 14435719"/>
              <a:gd name="connsiteY10" fmla="*/ 12162 h 6885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435719" h="6885384">
                <a:moveTo>
                  <a:pt x="75435" y="0"/>
                </a:moveTo>
                <a:lnTo>
                  <a:pt x="12196316" y="0"/>
                </a:lnTo>
                <a:lnTo>
                  <a:pt x="14119490" y="2629491"/>
                </a:lnTo>
                <a:cubicBezTo>
                  <a:pt x="14216150" y="2761652"/>
                  <a:pt x="14289291" y="2903813"/>
                  <a:pt x="14339688" y="3050976"/>
                </a:cubicBezTo>
                <a:lnTo>
                  <a:pt x="14345501" y="3071143"/>
                </a:lnTo>
                <a:lnTo>
                  <a:pt x="14352553" y="3089154"/>
                </a:lnTo>
                <a:cubicBezTo>
                  <a:pt x="14514630" y="3570168"/>
                  <a:pt x="14442651" y="4120480"/>
                  <a:pt x="14111634" y="4554432"/>
                </a:cubicBezTo>
                <a:lnTo>
                  <a:pt x="12333586" y="6885384"/>
                </a:lnTo>
                <a:lnTo>
                  <a:pt x="0" y="6885384"/>
                </a:lnTo>
                <a:lnTo>
                  <a:pt x="0" y="481677"/>
                </a:lnTo>
                <a:cubicBezTo>
                  <a:pt x="0" y="318177"/>
                  <a:pt x="24852" y="160482"/>
                  <a:pt x="70983" y="12162"/>
                </a:cubicBezTo>
                <a:close/>
              </a:path>
            </a:pathLst>
          </a:custGeom>
          <a:gradFill>
            <a:gsLst>
              <a:gs pos="77000">
                <a:schemeClr val="bg2"/>
              </a:gs>
              <a:gs pos="99000">
                <a:schemeClr val="bg1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BFD4DA-6C6B-22C6-BEE2-DF44D3827A2E}"/>
              </a:ext>
            </a:extLst>
          </p:cNvPr>
          <p:cNvSpPr/>
          <p:nvPr userDrawn="1"/>
        </p:nvSpPr>
        <p:spPr>
          <a:xfrm>
            <a:off x="0" y="0"/>
            <a:ext cx="12192000" cy="685800"/>
          </a:xfrm>
          <a:prstGeom prst="rect">
            <a:avLst/>
          </a:prstGeom>
          <a:gradFill>
            <a:gsLst>
              <a:gs pos="98000">
                <a:srgbClr val="0A0114"/>
              </a:gs>
              <a:gs pos="21000">
                <a:srgbClr val="2458E9"/>
              </a:gs>
              <a:gs pos="77000">
                <a:srgbClr val="3A00A5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070DE1-E542-7170-173E-2C2EDFF146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1180" y="1034536"/>
            <a:ext cx="3508091" cy="1054584"/>
          </a:xfrm>
        </p:spPr>
        <p:txBody>
          <a:bodyPr anchor="b">
            <a:noAutofit/>
          </a:bodyPr>
          <a:lstStyle>
            <a:lvl1pPr>
              <a:defRPr sz="2800"/>
            </a:lvl1pPr>
          </a:lstStyle>
          <a:p>
            <a:r>
              <a:rPr lang="en-GB"/>
              <a:t>Headline here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521764-483E-14D5-3A6D-E18C901CA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E8FAB-61F8-9F44-BE6B-5210EED5D612}" type="datetime1">
              <a:rPr lang="en-GB" smtClean="0"/>
              <a:t>16/05/2024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8E3ADD-0630-7B24-45A5-EFE95C413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86CB18-6783-F595-5705-1209F0B24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2271" y="6275668"/>
            <a:ext cx="2743200" cy="365125"/>
          </a:xfrm>
        </p:spPr>
        <p:txBody>
          <a:bodyPr/>
          <a:lstStyle/>
          <a:p>
            <a:fld id="{662408D0-DD37-1B4F-8C60-478A1B0FE8EB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8553EDD-1CEF-4712-026F-70E4E69317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78165"/>
          <a:stretch/>
        </p:blipFill>
        <p:spPr>
          <a:xfrm>
            <a:off x="239188" y="199213"/>
            <a:ext cx="410898" cy="338174"/>
          </a:xfrm>
          <a:prstGeom prst="rect">
            <a:avLst/>
          </a:prstGeo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68803E2-2F28-345A-3299-0726107D083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6659" y="2807141"/>
            <a:ext cx="3496059" cy="3093598"/>
          </a:xfrm>
        </p:spPr>
        <p:txBody>
          <a:bodyPr numCol="1" spcCol="360000"/>
          <a:lstStyle>
            <a:lvl1pPr>
              <a:lnSpc>
                <a:spcPct val="140000"/>
              </a:lnSpc>
              <a:defRPr sz="1400"/>
            </a:lvl1pPr>
            <a:lvl2pPr>
              <a:lnSpc>
                <a:spcPct val="140000"/>
              </a:lnSpc>
              <a:defRPr sz="1050"/>
            </a:lvl2pPr>
            <a:lvl3pPr>
              <a:lnSpc>
                <a:spcPct val="140000"/>
              </a:lnSpc>
              <a:defRPr sz="900"/>
            </a:lvl3pPr>
            <a:lvl4pPr>
              <a:lnSpc>
                <a:spcPct val="140000"/>
              </a:lnSpc>
              <a:defRPr sz="800"/>
            </a:lvl4pPr>
            <a:lvl5pPr>
              <a:lnSpc>
                <a:spcPct val="140000"/>
              </a:lnSpc>
              <a:defRPr sz="700"/>
            </a:lvl5pPr>
          </a:lstStyle>
          <a:p>
            <a:pPr lvl="0"/>
            <a:r>
              <a:rPr lang="en-GB"/>
              <a:t>Click to edit Master text styles 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B2BCBA91-30F7-42A2-47E4-1E693409EF2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68353" y="92215"/>
            <a:ext cx="9170427" cy="512763"/>
          </a:xfrm>
        </p:spPr>
        <p:txBody>
          <a:bodyPr anchor="ctr"/>
          <a:lstStyle>
            <a:lvl1pPr marL="0" indent="0">
              <a:lnSpc>
                <a:spcPct val="140000"/>
              </a:lnSpc>
              <a:buNone/>
              <a:defRPr sz="1200" spc="0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00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GB"/>
              <a:t>SUBJECT HEADING</a:t>
            </a:r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FB94B98-D385-5F6A-DDDF-D7480E354429}"/>
              </a:ext>
            </a:extLst>
          </p:cNvPr>
          <p:cNvSpPr/>
          <p:nvPr userDrawn="1"/>
        </p:nvSpPr>
        <p:spPr>
          <a:xfrm>
            <a:off x="0" y="6718852"/>
            <a:ext cx="12192000" cy="175239"/>
          </a:xfrm>
          <a:prstGeom prst="rect">
            <a:avLst/>
          </a:prstGeom>
          <a:gradFill>
            <a:gsLst>
              <a:gs pos="98000">
                <a:srgbClr val="0A0114"/>
              </a:gs>
              <a:gs pos="21000">
                <a:srgbClr val="2458E9"/>
              </a:gs>
              <a:gs pos="77000">
                <a:srgbClr val="3A00A5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76428199-55FE-4139-A2AB-70420E7B14E2}"/>
              </a:ext>
            </a:extLst>
          </p:cNvPr>
          <p:cNvSpPr>
            <a:spLocks noGrp="1"/>
          </p:cNvSpPr>
          <p:nvPr>
            <p:ph type="tbl" sz="quarter" idx="15"/>
          </p:nvPr>
        </p:nvSpPr>
        <p:spPr>
          <a:xfrm>
            <a:off x="4464424" y="1233488"/>
            <a:ext cx="7167189" cy="473710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BD43B09-47D1-168E-0817-24158DAEC3FF}"/>
              </a:ext>
            </a:extLst>
          </p:cNvPr>
          <p:cNvSpPr/>
          <p:nvPr userDrawn="1"/>
        </p:nvSpPr>
        <p:spPr>
          <a:xfrm>
            <a:off x="-12691872" y="-5230368"/>
            <a:ext cx="12691872" cy="18873216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4106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2" userDrawn="1">
          <p15:clr>
            <a:srgbClr val="FBAE40"/>
          </p15:clr>
        </p15:guide>
        <p15:guide id="2" orient="horz" pos="777" userDrawn="1">
          <p15:clr>
            <a:srgbClr val="FBAE40"/>
          </p15:clr>
        </p15:guide>
        <p15:guide id="3" pos="483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1D9A179-30DD-4CFE-9AC8-AF4A7DC70FEC}"/>
              </a:ext>
            </a:extLst>
          </p:cNvPr>
          <p:cNvSpPr/>
          <p:nvPr userDrawn="1"/>
        </p:nvSpPr>
        <p:spPr>
          <a:xfrm>
            <a:off x="0" y="269359"/>
            <a:ext cx="12192000" cy="6588641"/>
          </a:xfrm>
          <a:prstGeom prst="rect">
            <a:avLst/>
          </a:prstGeom>
          <a:gradFill>
            <a:gsLst>
              <a:gs pos="100000">
                <a:schemeClr val="bg1"/>
              </a:gs>
              <a:gs pos="50000">
                <a:schemeClr val="bg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AA023D76-3139-128A-2204-54E928E990C3}"/>
              </a:ext>
            </a:extLst>
          </p:cNvPr>
          <p:cNvSpPr/>
          <p:nvPr userDrawn="1"/>
        </p:nvSpPr>
        <p:spPr>
          <a:xfrm>
            <a:off x="-5084061" y="36576"/>
            <a:ext cx="14435719" cy="6885384"/>
          </a:xfrm>
          <a:custGeom>
            <a:avLst/>
            <a:gdLst>
              <a:gd name="connsiteX0" fmla="*/ 75435 w 14435719"/>
              <a:gd name="connsiteY0" fmla="*/ 0 h 6885384"/>
              <a:gd name="connsiteX1" fmla="*/ 12196316 w 14435719"/>
              <a:gd name="connsiteY1" fmla="*/ 0 h 6885384"/>
              <a:gd name="connsiteX2" fmla="*/ 14119490 w 14435719"/>
              <a:gd name="connsiteY2" fmla="*/ 2629491 h 6885384"/>
              <a:gd name="connsiteX3" fmla="*/ 14339688 w 14435719"/>
              <a:gd name="connsiteY3" fmla="*/ 3050976 h 6885384"/>
              <a:gd name="connsiteX4" fmla="*/ 14345501 w 14435719"/>
              <a:gd name="connsiteY4" fmla="*/ 3071143 h 6885384"/>
              <a:gd name="connsiteX5" fmla="*/ 14352553 w 14435719"/>
              <a:gd name="connsiteY5" fmla="*/ 3089154 h 6885384"/>
              <a:gd name="connsiteX6" fmla="*/ 14111634 w 14435719"/>
              <a:gd name="connsiteY6" fmla="*/ 4554432 h 6885384"/>
              <a:gd name="connsiteX7" fmla="*/ 12333586 w 14435719"/>
              <a:gd name="connsiteY7" fmla="*/ 6885384 h 6885384"/>
              <a:gd name="connsiteX8" fmla="*/ 0 w 14435719"/>
              <a:gd name="connsiteY8" fmla="*/ 6885384 h 6885384"/>
              <a:gd name="connsiteX9" fmla="*/ 0 w 14435719"/>
              <a:gd name="connsiteY9" fmla="*/ 481677 h 6885384"/>
              <a:gd name="connsiteX10" fmla="*/ 70983 w 14435719"/>
              <a:gd name="connsiteY10" fmla="*/ 12162 h 6885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435719" h="6885384">
                <a:moveTo>
                  <a:pt x="75435" y="0"/>
                </a:moveTo>
                <a:lnTo>
                  <a:pt x="12196316" y="0"/>
                </a:lnTo>
                <a:lnTo>
                  <a:pt x="14119490" y="2629491"/>
                </a:lnTo>
                <a:cubicBezTo>
                  <a:pt x="14216150" y="2761652"/>
                  <a:pt x="14289291" y="2903813"/>
                  <a:pt x="14339688" y="3050976"/>
                </a:cubicBezTo>
                <a:lnTo>
                  <a:pt x="14345501" y="3071143"/>
                </a:lnTo>
                <a:lnTo>
                  <a:pt x="14352553" y="3089154"/>
                </a:lnTo>
                <a:cubicBezTo>
                  <a:pt x="14514630" y="3570168"/>
                  <a:pt x="14442651" y="4120480"/>
                  <a:pt x="14111634" y="4554432"/>
                </a:cubicBezTo>
                <a:lnTo>
                  <a:pt x="12333586" y="6885384"/>
                </a:lnTo>
                <a:lnTo>
                  <a:pt x="0" y="6885384"/>
                </a:lnTo>
                <a:lnTo>
                  <a:pt x="0" y="481677"/>
                </a:lnTo>
                <a:cubicBezTo>
                  <a:pt x="0" y="318177"/>
                  <a:pt x="24852" y="160482"/>
                  <a:pt x="70983" y="12162"/>
                </a:cubicBezTo>
                <a:close/>
              </a:path>
            </a:pathLst>
          </a:custGeom>
          <a:gradFill>
            <a:gsLst>
              <a:gs pos="77000">
                <a:schemeClr val="bg2"/>
              </a:gs>
              <a:gs pos="99000">
                <a:schemeClr val="bg1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1A9AABB-DB28-EE6F-AC2B-1BD4CDAC3ACD}"/>
              </a:ext>
            </a:extLst>
          </p:cNvPr>
          <p:cNvSpPr/>
          <p:nvPr userDrawn="1"/>
        </p:nvSpPr>
        <p:spPr>
          <a:xfrm>
            <a:off x="-12691872" y="-5230368"/>
            <a:ext cx="12691872" cy="18873216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BFD4DA-6C6B-22C6-BEE2-DF44D3827A2E}"/>
              </a:ext>
            </a:extLst>
          </p:cNvPr>
          <p:cNvSpPr/>
          <p:nvPr userDrawn="1"/>
        </p:nvSpPr>
        <p:spPr>
          <a:xfrm>
            <a:off x="0" y="0"/>
            <a:ext cx="12192000" cy="685800"/>
          </a:xfrm>
          <a:prstGeom prst="rect">
            <a:avLst/>
          </a:prstGeom>
          <a:gradFill>
            <a:gsLst>
              <a:gs pos="98000">
                <a:srgbClr val="0A0114"/>
              </a:gs>
              <a:gs pos="21000">
                <a:srgbClr val="2458E9"/>
              </a:gs>
              <a:gs pos="77000">
                <a:srgbClr val="3A00A5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070DE1-E542-7170-173E-2C2EDFF146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1180" y="1034536"/>
            <a:ext cx="3508091" cy="1054584"/>
          </a:xfrm>
        </p:spPr>
        <p:txBody>
          <a:bodyPr anchor="b">
            <a:noAutofit/>
          </a:bodyPr>
          <a:lstStyle>
            <a:lvl1pPr>
              <a:defRPr sz="2800"/>
            </a:lvl1pPr>
          </a:lstStyle>
          <a:p>
            <a:r>
              <a:rPr lang="en-GB"/>
              <a:t>Headline here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521764-483E-14D5-3A6D-E18C901CA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A564-AE3D-9645-B55D-C9C79893703B}" type="datetime1">
              <a:rPr lang="en-GB" smtClean="0"/>
              <a:t>16/05/2024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8E3ADD-0630-7B24-45A5-EFE95C413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86CB18-6783-F595-5705-1209F0B24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2271" y="6275668"/>
            <a:ext cx="2743200" cy="365125"/>
          </a:xfrm>
        </p:spPr>
        <p:txBody>
          <a:bodyPr/>
          <a:lstStyle/>
          <a:p>
            <a:fld id="{662408D0-DD37-1B4F-8C60-478A1B0FE8EB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8553EDD-1CEF-4712-026F-70E4E69317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78165"/>
          <a:stretch/>
        </p:blipFill>
        <p:spPr>
          <a:xfrm>
            <a:off x="239188" y="199213"/>
            <a:ext cx="410898" cy="338174"/>
          </a:xfrm>
          <a:prstGeom prst="rect">
            <a:avLst/>
          </a:prstGeo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68803E2-2F28-345A-3299-0726107D083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6659" y="2807141"/>
            <a:ext cx="3496059" cy="3093598"/>
          </a:xfrm>
        </p:spPr>
        <p:txBody>
          <a:bodyPr numCol="1" spcCol="360000"/>
          <a:lstStyle>
            <a:lvl1pPr>
              <a:lnSpc>
                <a:spcPct val="140000"/>
              </a:lnSpc>
              <a:defRPr sz="1400"/>
            </a:lvl1pPr>
            <a:lvl2pPr>
              <a:lnSpc>
                <a:spcPct val="140000"/>
              </a:lnSpc>
              <a:defRPr sz="1050"/>
            </a:lvl2pPr>
            <a:lvl3pPr>
              <a:lnSpc>
                <a:spcPct val="140000"/>
              </a:lnSpc>
              <a:defRPr sz="900"/>
            </a:lvl3pPr>
            <a:lvl4pPr>
              <a:lnSpc>
                <a:spcPct val="140000"/>
              </a:lnSpc>
              <a:defRPr sz="800"/>
            </a:lvl4pPr>
            <a:lvl5pPr>
              <a:lnSpc>
                <a:spcPct val="140000"/>
              </a:lnSpc>
              <a:defRPr sz="700"/>
            </a:lvl5pPr>
          </a:lstStyle>
          <a:p>
            <a:pPr lvl="0"/>
            <a:r>
              <a:rPr lang="en-GB"/>
              <a:t>Click to edit Master text styles 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B2BCBA91-30F7-42A2-47E4-1E693409EF2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68353" y="92215"/>
            <a:ext cx="9170427" cy="512763"/>
          </a:xfrm>
        </p:spPr>
        <p:txBody>
          <a:bodyPr anchor="ctr"/>
          <a:lstStyle>
            <a:lvl1pPr marL="0" indent="0">
              <a:lnSpc>
                <a:spcPct val="140000"/>
              </a:lnSpc>
              <a:buNone/>
              <a:defRPr sz="1200" spc="0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00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GB"/>
              <a:t>SUBJECT HEADING</a:t>
            </a:r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FB94B98-D385-5F6A-DDDF-D7480E354429}"/>
              </a:ext>
            </a:extLst>
          </p:cNvPr>
          <p:cNvSpPr/>
          <p:nvPr userDrawn="1"/>
        </p:nvSpPr>
        <p:spPr>
          <a:xfrm>
            <a:off x="0" y="6718852"/>
            <a:ext cx="12192000" cy="175239"/>
          </a:xfrm>
          <a:prstGeom prst="rect">
            <a:avLst/>
          </a:prstGeom>
          <a:gradFill>
            <a:gsLst>
              <a:gs pos="98000">
                <a:srgbClr val="0A0114"/>
              </a:gs>
              <a:gs pos="21000">
                <a:srgbClr val="2458E9"/>
              </a:gs>
              <a:gs pos="77000">
                <a:srgbClr val="3A00A5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65F46ADF-A073-2978-4BED-0FB207D41758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4424363" y="1233488"/>
            <a:ext cx="7300912" cy="4872037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879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2" userDrawn="1">
          <p15:clr>
            <a:srgbClr val="FBAE40"/>
          </p15:clr>
        </p15:guide>
        <p15:guide id="2" orient="horz" pos="777" userDrawn="1">
          <p15:clr>
            <a:srgbClr val="FBAE40"/>
          </p15:clr>
        </p15:guide>
        <p15:guide id="3" pos="483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1D9A179-30DD-4CFE-9AC8-AF4A7DC70FEC}"/>
              </a:ext>
            </a:extLst>
          </p:cNvPr>
          <p:cNvSpPr/>
          <p:nvPr userDrawn="1"/>
        </p:nvSpPr>
        <p:spPr>
          <a:xfrm>
            <a:off x="0" y="269359"/>
            <a:ext cx="12192000" cy="6588641"/>
          </a:xfrm>
          <a:prstGeom prst="rect">
            <a:avLst/>
          </a:prstGeom>
          <a:gradFill>
            <a:gsLst>
              <a:gs pos="100000">
                <a:schemeClr val="bg1"/>
              </a:gs>
              <a:gs pos="50000">
                <a:schemeClr val="bg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F36E2500-9C5E-47E6-F2F0-DE56DA7F90DC}"/>
              </a:ext>
            </a:extLst>
          </p:cNvPr>
          <p:cNvSpPr/>
          <p:nvPr userDrawn="1"/>
        </p:nvSpPr>
        <p:spPr>
          <a:xfrm>
            <a:off x="-5084061" y="36576"/>
            <a:ext cx="14435719" cy="6885384"/>
          </a:xfrm>
          <a:custGeom>
            <a:avLst/>
            <a:gdLst>
              <a:gd name="connsiteX0" fmla="*/ 75435 w 14435719"/>
              <a:gd name="connsiteY0" fmla="*/ 0 h 6885384"/>
              <a:gd name="connsiteX1" fmla="*/ 12196316 w 14435719"/>
              <a:gd name="connsiteY1" fmla="*/ 0 h 6885384"/>
              <a:gd name="connsiteX2" fmla="*/ 14119490 w 14435719"/>
              <a:gd name="connsiteY2" fmla="*/ 2629491 h 6885384"/>
              <a:gd name="connsiteX3" fmla="*/ 14339688 w 14435719"/>
              <a:gd name="connsiteY3" fmla="*/ 3050976 h 6885384"/>
              <a:gd name="connsiteX4" fmla="*/ 14345501 w 14435719"/>
              <a:gd name="connsiteY4" fmla="*/ 3071143 h 6885384"/>
              <a:gd name="connsiteX5" fmla="*/ 14352553 w 14435719"/>
              <a:gd name="connsiteY5" fmla="*/ 3089154 h 6885384"/>
              <a:gd name="connsiteX6" fmla="*/ 14111634 w 14435719"/>
              <a:gd name="connsiteY6" fmla="*/ 4554432 h 6885384"/>
              <a:gd name="connsiteX7" fmla="*/ 12333586 w 14435719"/>
              <a:gd name="connsiteY7" fmla="*/ 6885384 h 6885384"/>
              <a:gd name="connsiteX8" fmla="*/ 0 w 14435719"/>
              <a:gd name="connsiteY8" fmla="*/ 6885384 h 6885384"/>
              <a:gd name="connsiteX9" fmla="*/ 0 w 14435719"/>
              <a:gd name="connsiteY9" fmla="*/ 481677 h 6885384"/>
              <a:gd name="connsiteX10" fmla="*/ 70983 w 14435719"/>
              <a:gd name="connsiteY10" fmla="*/ 12162 h 6885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435719" h="6885384">
                <a:moveTo>
                  <a:pt x="75435" y="0"/>
                </a:moveTo>
                <a:lnTo>
                  <a:pt x="12196316" y="0"/>
                </a:lnTo>
                <a:lnTo>
                  <a:pt x="14119490" y="2629491"/>
                </a:lnTo>
                <a:cubicBezTo>
                  <a:pt x="14216150" y="2761652"/>
                  <a:pt x="14289291" y="2903813"/>
                  <a:pt x="14339688" y="3050976"/>
                </a:cubicBezTo>
                <a:lnTo>
                  <a:pt x="14345501" y="3071143"/>
                </a:lnTo>
                <a:lnTo>
                  <a:pt x="14352553" y="3089154"/>
                </a:lnTo>
                <a:cubicBezTo>
                  <a:pt x="14514630" y="3570168"/>
                  <a:pt x="14442651" y="4120480"/>
                  <a:pt x="14111634" y="4554432"/>
                </a:cubicBezTo>
                <a:lnTo>
                  <a:pt x="12333586" y="6885384"/>
                </a:lnTo>
                <a:lnTo>
                  <a:pt x="0" y="6885384"/>
                </a:lnTo>
                <a:lnTo>
                  <a:pt x="0" y="481677"/>
                </a:lnTo>
                <a:cubicBezTo>
                  <a:pt x="0" y="318177"/>
                  <a:pt x="24852" y="160482"/>
                  <a:pt x="70983" y="12162"/>
                </a:cubicBezTo>
                <a:close/>
              </a:path>
            </a:pathLst>
          </a:custGeom>
          <a:gradFill>
            <a:gsLst>
              <a:gs pos="77000">
                <a:schemeClr val="bg2"/>
              </a:gs>
              <a:gs pos="99000">
                <a:schemeClr val="bg1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BFD4DA-6C6B-22C6-BEE2-DF44D3827A2E}"/>
              </a:ext>
            </a:extLst>
          </p:cNvPr>
          <p:cNvSpPr/>
          <p:nvPr userDrawn="1"/>
        </p:nvSpPr>
        <p:spPr>
          <a:xfrm>
            <a:off x="0" y="0"/>
            <a:ext cx="12192000" cy="685800"/>
          </a:xfrm>
          <a:prstGeom prst="rect">
            <a:avLst/>
          </a:prstGeom>
          <a:gradFill>
            <a:gsLst>
              <a:gs pos="98000">
                <a:srgbClr val="0A0114"/>
              </a:gs>
              <a:gs pos="21000">
                <a:srgbClr val="2458E9"/>
              </a:gs>
              <a:gs pos="77000">
                <a:srgbClr val="3A00A5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070DE1-E542-7170-173E-2C2EDFF146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1179" y="874058"/>
            <a:ext cx="10567797" cy="548825"/>
          </a:xfrm>
        </p:spPr>
        <p:txBody>
          <a:bodyPr anchor="b">
            <a:noAutofit/>
          </a:bodyPr>
          <a:lstStyle>
            <a:lvl1pPr>
              <a:defRPr sz="2800"/>
            </a:lvl1pPr>
          </a:lstStyle>
          <a:p>
            <a:r>
              <a:rPr lang="en-GB"/>
              <a:t>Table headline here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521764-483E-14D5-3A6D-E18C901CA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4B5F8-F6CB-E649-9DE1-F905597DED05}" type="datetime1">
              <a:rPr lang="en-GB" smtClean="0"/>
              <a:t>16/05/2024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8E3ADD-0630-7B24-45A5-EFE95C413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86CB18-6783-F595-5705-1209F0B24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2271" y="6275668"/>
            <a:ext cx="2743200" cy="365125"/>
          </a:xfrm>
        </p:spPr>
        <p:txBody>
          <a:bodyPr/>
          <a:lstStyle/>
          <a:p>
            <a:fld id="{662408D0-DD37-1B4F-8C60-478A1B0FE8EB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8553EDD-1CEF-4712-026F-70E4E69317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78165"/>
          <a:stretch/>
        </p:blipFill>
        <p:spPr>
          <a:xfrm>
            <a:off x="239188" y="199213"/>
            <a:ext cx="410898" cy="338174"/>
          </a:xfrm>
          <a:prstGeom prst="rect">
            <a:avLst/>
          </a:prstGeom>
        </p:spPr>
      </p:pic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B2BCBA91-30F7-42A2-47E4-1E693409EF2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68353" y="92215"/>
            <a:ext cx="9170427" cy="512763"/>
          </a:xfrm>
        </p:spPr>
        <p:txBody>
          <a:bodyPr anchor="ctr"/>
          <a:lstStyle>
            <a:lvl1pPr marL="0" indent="0">
              <a:lnSpc>
                <a:spcPct val="140000"/>
              </a:lnSpc>
              <a:buNone/>
              <a:defRPr sz="1200" spc="0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00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GB"/>
              <a:t>SUBJECT HEADING</a:t>
            </a:r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FB94B98-D385-5F6A-DDDF-D7480E354429}"/>
              </a:ext>
            </a:extLst>
          </p:cNvPr>
          <p:cNvSpPr/>
          <p:nvPr userDrawn="1"/>
        </p:nvSpPr>
        <p:spPr>
          <a:xfrm>
            <a:off x="0" y="6718852"/>
            <a:ext cx="12192000" cy="175239"/>
          </a:xfrm>
          <a:prstGeom prst="rect">
            <a:avLst/>
          </a:prstGeom>
          <a:gradFill>
            <a:gsLst>
              <a:gs pos="98000">
                <a:srgbClr val="0A0114"/>
              </a:gs>
              <a:gs pos="21000">
                <a:srgbClr val="2458E9"/>
              </a:gs>
              <a:gs pos="77000">
                <a:srgbClr val="3A00A5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F259704-CA1B-9E4B-EFC8-FCD5799DB15A}"/>
              </a:ext>
            </a:extLst>
          </p:cNvPr>
          <p:cNvSpPr>
            <a:spLocks noGrp="1"/>
          </p:cNvSpPr>
          <p:nvPr>
            <p:ph type="tbl" sz="quarter" idx="15"/>
          </p:nvPr>
        </p:nvSpPr>
        <p:spPr>
          <a:xfrm>
            <a:off x="766763" y="1816100"/>
            <a:ext cx="11201400" cy="446405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8513C86-1E2E-2EFF-0203-BD0C55C9E513}"/>
              </a:ext>
            </a:extLst>
          </p:cNvPr>
          <p:cNvSpPr/>
          <p:nvPr userDrawn="1"/>
        </p:nvSpPr>
        <p:spPr>
          <a:xfrm>
            <a:off x="-12691872" y="-5230368"/>
            <a:ext cx="12691872" cy="18873216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5795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2" userDrawn="1">
          <p15:clr>
            <a:srgbClr val="FBAE40"/>
          </p15:clr>
        </p15:guide>
        <p15:guide id="2" orient="horz" pos="777" userDrawn="1">
          <p15:clr>
            <a:srgbClr val="FBAE40"/>
          </p15:clr>
        </p15:guide>
        <p15:guide id="3" pos="483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1D9A179-30DD-4CFE-9AC8-AF4A7DC70FEC}"/>
              </a:ext>
            </a:extLst>
          </p:cNvPr>
          <p:cNvSpPr/>
          <p:nvPr userDrawn="1"/>
        </p:nvSpPr>
        <p:spPr>
          <a:xfrm>
            <a:off x="0" y="269359"/>
            <a:ext cx="12192000" cy="6588641"/>
          </a:xfrm>
          <a:prstGeom prst="rect">
            <a:avLst/>
          </a:prstGeom>
          <a:gradFill>
            <a:gsLst>
              <a:gs pos="100000">
                <a:schemeClr val="bg1"/>
              </a:gs>
              <a:gs pos="50000">
                <a:schemeClr val="bg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5D7D2190-BDB9-AC8B-A818-D107F8689FFF}"/>
              </a:ext>
            </a:extLst>
          </p:cNvPr>
          <p:cNvSpPr/>
          <p:nvPr userDrawn="1"/>
        </p:nvSpPr>
        <p:spPr>
          <a:xfrm>
            <a:off x="-5084061" y="36576"/>
            <a:ext cx="14435719" cy="6885384"/>
          </a:xfrm>
          <a:custGeom>
            <a:avLst/>
            <a:gdLst>
              <a:gd name="connsiteX0" fmla="*/ 75435 w 14435719"/>
              <a:gd name="connsiteY0" fmla="*/ 0 h 6885384"/>
              <a:gd name="connsiteX1" fmla="*/ 12196316 w 14435719"/>
              <a:gd name="connsiteY1" fmla="*/ 0 h 6885384"/>
              <a:gd name="connsiteX2" fmla="*/ 14119490 w 14435719"/>
              <a:gd name="connsiteY2" fmla="*/ 2629491 h 6885384"/>
              <a:gd name="connsiteX3" fmla="*/ 14339688 w 14435719"/>
              <a:gd name="connsiteY3" fmla="*/ 3050976 h 6885384"/>
              <a:gd name="connsiteX4" fmla="*/ 14345501 w 14435719"/>
              <a:gd name="connsiteY4" fmla="*/ 3071143 h 6885384"/>
              <a:gd name="connsiteX5" fmla="*/ 14352553 w 14435719"/>
              <a:gd name="connsiteY5" fmla="*/ 3089154 h 6885384"/>
              <a:gd name="connsiteX6" fmla="*/ 14111634 w 14435719"/>
              <a:gd name="connsiteY6" fmla="*/ 4554432 h 6885384"/>
              <a:gd name="connsiteX7" fmla="*/ 12333586 w 14435719"/>
              <a:gd name="connsiteY7" fmla="*/ 6885384 h 6885384"/>
              <a:gd name="connsiteX8" fmla="*/ 0 w 14435719"/>
              <a:gd name="connsiteY8" fmla="*/ 6885384 h 6885384"/>
              <a:gd name="connsiteX9" fmla="*/ 0 w 14435719"/>
              <a:gd name="connsiteY9" fmla="*/ 481677 h 6885384"/>
              <a:gd name="connsiteX10" fmla="*/ 70983 w 14435719"/>
              <a:gd name="connsiteY10" fmla="*/ 12162 h 6885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435719" h="6885384">
                <a:moveTo>
                  <a:pt x="75435" y="0"/>
                </a:moveTo>
                <a:lnTo>
                  <a:pt x="12196316" y="0"/>
                </a:lnTo>
                <a:lnTo>
                  <a:pt x="14119490" y="2629491"/>
                </a:lnTo>
                <a:cubicBezTo>
                  <a:pt x="14216150" y="2761652"/>
                  <a:pt x="14289291" y="2903813"/>
                  <a:pt x="14339688" y="3050976"/>
                </a:cubicBezTo>
                <a:lnTo>
                  <a:pt x="14345501" y="3071143"/>
                </a:lnTo>
                <a:lnTo>
                  <a:pt x="14352553" y="3089154"/>
                </a:lnTo>
                <a:cubicBezTo>
                  <a:pt x="14514630" y="3570168"/>
                  <a:pt x="14442651" y="4120480"/>
                  <a:pt x="14111634" y="4554432"/>
                </a:cubicBezTo>
                <a:lnTo>
                  <a:pt x="12333586" y="6885384"/>
                </a:lnTo>
                <a:lnTo>
                  <a:pt x="0" y="6885384"/>
                </a:lnTo>
                <a:lnTo>
                  <a:pt x="0" y="481677"/>
                </a:lnTo>
                <a:cubicBezTo>
                  <a:pt x="0" y="318177"/>
                  <a:pt x="24852" y="160482"/>
                  <a:pt x="70983" y="12162"/>
                </a:cubicBezTo>
                <a:close/>
              </a:path>
            </a:pathLst>
          </a:custGeom>
          <a:gradFill>
            <a:gsLst>
              <a:gs pos="77000">
                <a:schemeClr val="bg2"/>
              </a:gs>
              <a:gs pos="99000">
                <a:schemeClr val="bg1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BFD4DA-6C6B-22C6-BEE2-DF44D3827A2E}"/>
              </a:ext>
            </a:extLst>
          </p:cNvPr>
          <p:cNvSpPr/>
          <p:nvPr userDrawn="1"/>
        </p:nvSpPr>
        <p:spPr>
          <a:xfrm>
            <a:off x="0" y="0"/>
            <a:ext cx="12192000" cy="685800"/>
          </a:xfrm>
          <a:prstGeom prst="rect">
            <a:avLst/>
          </a:prstGeom>
          <a:gradFill>
            <a:gsLst>
              <a:gs pos="98000">
                <a:srgbClr val="0A0114"/>
              </a:gs>
              <a:gs pos="21000">
                <a:srgbClr val="2458E9"/>
              </a:gs>
              <a:gs pos="77000">
                <a:srgbClr val="3A00A5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070DE1-E542-7170-173E-2C2EDFF146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1179" y="874058"/>
            <a:ext cx="10567797" cy="548825"/>
          </a:xfrm>
        </p:spPr>
        <p:txBody>
          <a:bodyPr anchor="b">
            <a:noAutofit/>
          </a:bodyPr>
          <a:lstStyle>
            <a:lvl1pPr>
              <a:defRPr sz="2800"/>
            </a:lvl1pPr>
          </a:lstStyle>
          <a:p>
            <a:r>
              <a:rPr lang="en-GB"/>
              <a:t>Chart headline here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521764-483E-14D5-3A6D-E18C901CA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CBD6F-7448-CA45-B937-65DE08E746E5}" type="datetime1">
              <a:rPr lang="en-GB" smtClean="0"/>
              <a:t>16/05/2024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8E3ADD-0630-7B24-45A5-EFE95C413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86CB18-6783-F595-5705-1209F0B24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2271" y="6275668"/>
            <a:ext cx="2743200" cy="365125"/>
          </a:xfrm>
        </p:spPr>
        <p:txBody>
          <a:bodyPr/>
          <a:lstStyle/>
          <a:p>
            <a:fld id="{662408D0-DD37-1B4F-8C60-478A1B0FE8EB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8553EDD-1CEF-4712-026F-70E4E69317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78165"/>
          <a:stretch/>
        </p:blipFill>
        <p:spPr>
          <a:xfrm>
            <a:off x="239188" y="199213"/>
            <a:ext cx="410898" cy="338174"/>
          </a:xfrm>
          <a:prstGeom prst="rect">
            <a:avLst/>
          </a:prstGeom>
        </p:spPr>
      </p:pic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B2BCBA91-30F7-42A2-47E4-1E693409EF2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68353" y="92215"/>
            <a:ext cx="9170427" cy="512763"/>
          </a:xfrm>
        </p:spPr>
        <p:txBody>
          <a:bodyPr anchor="ctr"/>
          <a:lstStyle>
            <a:lvl1pPr marL="0" indent="0">
              <a:lnSpc>
                <a:spcPct val="140000"/>
              </a:lnSpc>
              <a:buNone/>
              <a:defRPr sz="1200" spc="0" baseline="0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00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GB"/>
              <a:t>SUBJECT HEADING</a:t>
            </a:r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FB94B98-D385-5F6A-DDDF-D7480E354429}"/>
              </a:ext>
            </a:extLst>
          </p:cNvPr>
          <p:cNvSpPr/>
          <p:nvPr userDrawn="1"/>
        </p:nvSpPr>
        <p:spPr>
          <a:xfrm>
            <a:off x="0" y="6718852"/>
            <a:ext cx="12192000" cy="175239"/>
          </a:xfrm>
          <a:prstGeom prst="rect">
            <a:avLst/>
          </a:prstGeom>
          <a:gradFill>
            <a:gsLst>
              <a:gs pos="98000">
                <a:srgbClr val="0A0114"/>
              </a:gs>
              <a:gs pos="21000">
                <a:srgbClr val="2458E9"/>
              </a:gs>
              <a:gs pos="77000">
                <a:srgbClr val="3A00A5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247BD5D0-4FA2-D343-9B74-654A4B8084DA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766763" y="1774825"/>
            <a:ext cx="11201119" cy="4410822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5980627-7BAB-354C-CFBC-962CA28678EE}"/>
              </a:ext>
            </a:extLst>
          </p:cNvPr>
          <p:cNvSpPr/>
          <p:nvPr userDrawn="1"/>
        </p:nvSpPr>
        <p:spPr>
          <a:xfrm>
            <a:off x="-12691872" y="-5230368"/>
            <a:ext cx="12691872" cy="18873216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5560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2" userDrawn="1">
          <p15:clr>
            <a:srgbClr val="FBAE40"/>
          </p15:clr>
        </p15:guide>
        <p15:guide id="2" orient="horz" pos="777" userDrawn="1">
          <p15:clr>
            <a:srgbClr val="FBAE40"/>
          </p15:clr>
        </p15:guide>
        <p15:guide id="3" pos="5927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Headsho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1D9A179-30DD-4CFE-9AC8-AF4A7DC70FEC}"/>
              </a:ext>
            </a:extLst>
          </p:cNvPr>
          <p:cNvSpPr/>
          <p:nvPr userDrawn="1"/>
        </p:nvSpPr>
        <p:spPr>
          <a:xfrm>
            <a:off x="0" y="269359"/>
            <a:ext cx="12192000" cy="6588641"/>
          </a:xfrm>
          <a:prstGeom prst="rect">
            <a:avLst/>
          </a:prstGeom>
          <a:gradFill>
            <a:gsLst>
              <a:gs pos="100000">
                <a:schemeClr val="bg1"/>
              </a:gs>
              <a:gs pos="50000">
                <a:schemeClr val="bg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1E219E91-E154-612A-A09E-6C3F7CE9E11E}"/>
              </a:ext>
            </a:extLst>
          </p:cNvPr>
          <p:cNvSpPr/>
          <p:nvPr userDrawn="1"/>
        </p:nvSpPr>
        <p:spPr>
          <a:xfrm>
            <a:off x="-5929336" y="0"/>
            <a:ext cx="14435719" cy="6885384"/>
          </a:xfrm>
          <a:custGeom>
            <a:avLst/>
            <a:gdLst>
              <a:gd name="connsiteX0" fmla="*/ 75435 w 14435719"/>
              <a:gd name="connsiteY0" fmla="*/ 0 h 6885384"/>
              <a:gd name="connsiteX1" fmla="*/ 12196316 w 14435719"/>
              <a:gd name="connsiteY1" fmla="*/ 0 h 6885384"/>
              <a:gd name="connsiteX2" fmla="*/ 14119490 w 14435719"/>
              <a:gd name="connsiteY2" fmla="*/ 2629491 h 6885384"/>
              <a:gd name="connsiteX3" fmla="*/ 14339688 w 14435719"/>
              <a:gd name="connsiteY3" fmla="*/ 3050976 h 6885384"/>
              <a:gd name="connsiteX4" fmla="*/ 14345501 w 14435719"/>
              <a:gd name="connsiteY4" fmla="*/ 3071143 h 6885384"/>
              <a:gd name="connsiteX5" fmla="*/ 14352553 w 14435719"/>
              <a:gd name="connsiteY5" fmla="*/ 3089154 h 6885384"/>
              <a:gd name="connsiteX6" fmla="*/ 14111634 w 14435719"/>
              <a:gd name="connsiteY6" fmla="*/ 4554432 h 6885384"/>
              <a:gd name="connsiteX7" fmla="*/ 12333586 w 14435719"/>
              <a:gd name="connsiteY7" fmla="*/ 6885384 h 6885384"/>
              <a:gd name="connsiteX8" fmla="*/ 0 w 14435719"/>
              <a:gd name="connsiteY8" fmla="*/ 6885384 h 6885384"/>
              <a:gd name="connsiteX9" fmla="*/ 0 w 14435719"/>
              <a:gd name="connsiteY9" fmla="*/ 481677 h 6885384"/>
              <a:gd name="connsiteX10" fmla="*/ 70983 w 14435719"/>
              <a:gd name="connsiteY10" fmla="*/ 12162 h 6885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435719" h="6885384">
                <a:moveTo>
                  <a:pt x="75435" y="0"/>
                </a:moveTo>
                <a:lnTo>
                  <a:pt x="12196316" y="0"/>
                </a:lnTo>
                <a:lnTo>
                  <a:pt x="14119490" y="2629491"/>
                </a:lnTo>
                <a:cubicBezTo>
                  <a:pt x="14216150" y="2761652"/>
                  <a:pt x="14289291" y="2903813"/>
                  <a:pt x="14339688" y="3050976"/>
                </a:cubicBezTo>
                <a:lnTo>
                  <a:pt x="14345501" y="3071143"/>
                </a:lnTo>
                <a:lnTo>
                  <a:pt x="14352553" y="3089154"/>
                </a:lnTo>
                <a:cubicBezTo>
                  <a:pt x="14514630" y="3570168"/>
                  <a:pt x="14442651" y="4120480"/>
                  <a:pt x="14111634" y="4554432"/>
                </a:cubicBezTo>
                <a:lnTo>
                  <a:pt x="12333586" y="6885384"/>
                </a:lnTo>
                <a:lnTo>
                  <a:pt x="0" y="6885384"/>
                </a:lnTo>
                <a:lnTo>
                  <a:pt x="0" y="481677"/>
                </a:lnTo>
                <a:cubicBezTo>
                  <a:pt x="0" y="318177"/>
                  <a:pt x="24852" y="160482"/>
                  <a:pt x="70983" y="12162"/>
                </a:cubicBezTo>
                <a:close/>
              </a:path>
            </a:pathLst>
          </a:custGeom>
          <a:gradFill>
            <a:gsLst>
              <a:gs pos="75000">
                <a:schemeClr val="bg2"/>
              </a:gs>
              <a:gs pos="93000">
                <a:schemeClr val="bg1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57C57B1F-951E-A04A-F293-810ED924A43C}"/>
              </a:ext>
            </a:extLst>
          </p:cNvPr>
          <p:cNvSpPr/>
          <p:nvPr userDrawn="1"/>
        </p:nvSpPr>
        <p:spPr>
          <a:xfrm>
            <a:off x="-9747501" y="0"/>
            <a:ext cx="14435719" cy="6885384"/>
          </a:xfrm>
          <a:custGeom>
            <a:avLst/>
            <a:gdLst>
              <a:gd name="connsiteX0" fmla="*/ 75435 w 14435719"/>
              <a:gd name="connsiteY0" fmla="*/ 0 h 6885384"/>
              <a:gd name="connsiteX1" fmla="*/ 12196316 w 14435719"/>
              <a:gd name="connsiteY1" fmla="*/ 0 h 6885384"/>
              <a:gd name="connsiteX2" fmla="*/ 14119490 w 14435719"/>
              <a:gd name="connsiteY2" fmla="*/ 2629491 h 6885384"/>
              <a:gd name="connsiteX3" fmla="*/ 14339688 w 14435719"/>
              <a:gd name="connsiteY3" fmla="*/ 3050976 h 6885384"/>
              <a:gd name="connsiteX4" fmla="*/ 14345501 w 14435719"/>
              <a:gd name="connsiteY4" fmla="*/ 3071143 h 6885384"/>
              <a:gd name="connsiteX5" fmla="*/ 14352553 w 14435719"/>
              <a:gd name="connsiteY5" fmla="*/ 3089154 h 6885384"/>
              <a:gd name="connsiteX6" fmla="*/ 14111634 w 14435719"/>
              <a:gd name="connsiteY6" fmla="*/ 4554432 h 6885384"/>
              <a:gd name="connsiteX7" fmla="*/ 12333586 w 14435719"/>
              <a:gd name="connsiteY7" fmla="*/ 6885384 h 6885384"/>
              <a:gd name="connsiteX8" fmla="*/ 0 w 14435719"/>
              <a:gd name="connsiteY8" fmla="*/ 6885384 h 6885384"/>
              <a:gd name="connsiteX9" fmla="*/ 0 w 14435719"/>
              <a:gd name="connsiteY9" fmla="*/ 481677 h 6885384"/>
              <a:gd name="connsiteX10" fmla="*/ 70983 w 14435719"/>
              <a:gd name="connsiteY10" fmla="*/ 12162 h 6885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435719" h="6885384">
                <a:moveTo>
                  <a:pt x="75435" y="0"/>
                </a:moveTo>
                <a:lnTo>
                  <a:pt x="12196316" y="0"/>
                </a:lnTo>
                <a:lnTo>
                  <a:pt x="14119490" y="2629491"/>
                </a:lnTo>
                <a:cubicBezTo>
                  <a:pt x="14216150" y="2761652"/>
                  <a:pt x="14289291" y="2903813"/>
                  <a:pt x="14339688" y="3050976"/>
                </a:cubicBezTo>
                <a:lnTo>
                  <a:pt x="14345501" y="3071143"/>
                </a:lnTo>
                <a:lnTo>
                  <a:pt x="14352553" y="3089154"/>
                </a:lnTo>
                <a:cubicBezTo>
                  <a:pt x="14514630" y="3570168"/>
                  <a:pt x="14442651" y="4120480"/>
                  <a:pt x="14111634" y="4554432"/>
                </a:cubicBezTo>
                <a:lnTo>
                  <a:pt x="12333586" y="6885384"/>
                </a:lnTo>
                <a:lnTo>
                  <a:pt x="0" y="6885384"/>
                </a:lnTo>
                <a:lnTo>
                  <a:pt x="0" y="481677"/>
                </a:lnTo>
                <a:cubicBezTo>
                  <a:pt x="0" y="318177"/>
                  <a:pt x="24852" y="160482"/>
                  <a:pt x="70983" y="12162"/>
                </a:cubicBezTo>
                <a:close/>
              </a:path>
            </a:pathLst>
          </a:custGeom>
          <a:gradFill>
            <a:gsLst>
              <a:gs pos="75000">
                <a:schemeClr val="bg2"/>
              </a:gs>
              <a:gs pos="93000">
                <a:schemeClr val="bg1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BFD4DA-6C6B-22C6-BEE2-DF44D3827A2E}"/>
              </a:ext>
            </a:extLst>
          </p:cNvPr>
          <p:cNvSpPr/>
          <p:nvPr userDrawn="1"/>
        </p:nvSpPr>
        <p:spPr>
          <a:xfrm>
            <a:off x="0" y="0"/>
            <a:ext cx="12192000" cy="685800"/>
          </a:xfrm>
          <a:prstGeom prst="rect">
            <a:avLst/>
          </a:prstGeom>
          <a:gradFill>
            <a:gsLst>
              <a:gs pos="98000">
                <a:srgbClr val="0A0114"/>
              </a:gs>
              <a:gs pos="21000">
                <a:srgbClr val="2458E9"/>
              </a:gs>
              <a:gs pos="77000">
                <a:srgbClr val="3A00A5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521764-483E-14D5-3A6D-E18C901CA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5AD76-165C-F94B-B64F-64C088D6D7E7}" type="datetime1">
              <a:rPr lang="en-GB" smtClean="0"/>
              <a:t>16/05/2024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8E3ADD-0630-7B24-45A5-EFE95C413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86CB18-6783-F595-5705-1209F0B24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2271" y="6275668"/>
            <a:ext cx="2743200" cy="365125"/>
          </a:xfrm>
        </p:spPr>
        <p:txBody>
          <a:bodyPr/>
          <a:lstStyle/>
          <a:p>
            <a:fld id="{662408D0-DD37-1B4F-8C60-478A1B0FE8EB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8553EDD-1CEF-4712-026F-70E4E69317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78165"/>
          <a:stretch/>
        </p:blipFill>
        <p:spPr>
          <a:xfrm>
            <a:off x="239188" y="199213"/>
            <a:ext cx="410898" cy="338174"/>
          </a:xfrm>
          <a:prstGeom prst="rect">
            <a:avLst/>
          </a:prstGeom>
        </p:spPr>
      </p:pic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B2BCBA91-30F7-42A2-47E4-1E693409EF2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68353" y="92215"/>
            <a:ext cx="9170427" cy="512763"/>
          </a:xfrm>
        </p:spPr>
        <p:txBody>
          <a:bodyPr anchor="ctr"/>
          <a:lstStyle>
            <a:lvl1pPr marL="0" indent="0">
              <a:lnSpc>
                <a:spcPct val="140000"/>
              </a:lnSpc>
              <a:buNone/>
              <a:defRPr sz="1200" spc="0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00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GB"/>
              <a:t>SUBJECT HEADING</a:t>
            </a:r>
            <a:endParaRPr lang="en-US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5B31D367-F6D8-65AC-A4A4-9BA117F67397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1368316" y="1257300"/>
            <a:ext cx="1807472" cy="1724439"/>
          </a:xfr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9C20DC28-B243-29AE-FEFC-6D815CCED1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43127" y="3205369"/>
            <a:ext cx="1877151" cy="243509"/>
          </a:xfrm>
        </p:spPr>
        <p:txBody>
          <a:bodyPr/>
          <a:lstStyle>
            <a:lvl1pPr marL="0" indent="0">
              <a:lnSpc>
                <a:spcPct val="140000"/>
              </a:lnSpc>
              <a:buNone/>
              <a:defRPr sz="1050"/>
            </a:lvl1pPr>
            <a:lvl2pPr>
              <a:defRPr sz="800"/>
            </a:lvl2pPr>
            <a:lvl3pPr>
              <a:defRPr sz="600"/>
            </a:lvl3pPr>
            <a:lvl4pPr>
              <a:defRPr sz="500"/>
            </a:lvl4pPr>
            <a:lvl5pPr>
              <a:defRPr sz="400"/>
            </a:lvl5pPr>
          </a:lstStyle>
          <a:p>
            <a:pPr lvl="0"/>
            <a:r>
              <a:rPr lang="en-US"/>
              <a:t>Position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9F8F57F-20F9-C2F4-12C6-2EAADFABABA6}"/>
              </a:ext>
            </a:extLst>
          </p:cNvPr>
          <p:cNvSpPr/>
          <p:nvPr userDrawn="1"/>
        </p:nvSpPr>
        <p:spPr>
          <a:xfrm>
            <a:off x="1363111" y="3596963"/>
            <a:ext cx="1156447" cy="7200"/>
          </a:xfrm>
          <a:prstGeom prst="rect">
            <a:avLst/>
          </a:prstGeom>
          <a:gradFill>
            <a:gsLst>
              <a:gs pos="10000">
                <a:srgbClr val="0A0114"/>
              </a:gs>
              <a:gs pos="100000">
                <a:srgbClr val="0D8EF9"/>
              </a:gs>
              <a:gs pos="100000">
                <a:srgbClr val="2458E9"/>
              </a:gs>
              <a:gs pos="77000">
                <a:srgbClr val="3A00A5"/>
              </a:gs>
            </a:gsLst>
            <a:lin ang="54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9DCA0D1C-E736-E40D-0BDE-F71074BF58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3127" y="3109044"/>
            <a:ext cx="1823117" cy="212890"/>
          </a:xfrm>
        </p:spPr>
        <p:txBody>
          <a:bodyPr anchor="t">
            <a:noAutofit/>
          </a:bodyPr>
          <a:lstStyle>
            <a:lvl1pPr>
              <a:defRPr sz="1000" b="1" baseline="0">
                <a:solidFill>
                  <a:schemeClr val="accent2"/>
                </a:solidFill>
              </a:defRPr>
            </a:lvl1pPr>
          </a:lstStyle>
          <a:p>
            <a:r>
              <a:rPr lang="en-GB"/>
              <a:t>Add name here</a:t>
            </a:r>
            <a:endParaRPr lang="en-US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B46F2CAB-7664-0F5C-CF46-6FAA962908BE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1368316" y="3861048"/>
            <a:ext cx="1807472" cy="1724439"/>
          </a:xfr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0297DAD2-04B7-6988-7D67-688970FBDE3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343127" y="5816612"/>
            <a:ext cx="1877151" cy="243509"/>
          </a:xfrm>
        </p:spPr>
        <p:txBody>
          <a:bodyPr/>
          <a:lstStyle>
            <a:lvl1pPr marL="0" indent="0">
              <a:lnSpc>
                <a:spcPct val="140000"/>
              </a:lnSpc>
              <a:buNone/>
              <a:defRPr sz="1050"/>
            </a:lvl1pPr>
            <a:lvl2pPr>
              <a:defRPr sz="800"/>
            </a:lvl2pPr>
            <a:lvl3pPr>
              <a:defRPr sz="600"/>
            </a:lvl3pPr>
            <a:lvl4pPr>
              <a:defRPr sz="500"/>
            </a:lvl4pPr>
            <a:lvl5pPr>
              <a:defRPr sz="400"/>
            </a:lvl5pPr>
          </a:lstStyle>
          <a:p>
            <a:pPr lvl="0"/>
            <a:r>
              <a:rPr lang="en-US"/>
              <a:t>Position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F1DC46F-4FBC-3B16-80A5-A86D652ECD47}"/>
              </a:ext>
            </a:extLst>
          </p:cNvPr>
          <p:cNvSpPr/>
          <p:nvPr userDrawn="1"/>
        </p:nvSpPr>
        <p:spPr>
          <a:xfrm>
            <a:off x="1363111" y="6200711"/>
            <a:ext cx="1156447" cy="7200"/>
          </a:xfrm>
          <a:prstGeom prst="rect">
            <a:avLst/>
          </a:prstGeom>
          <a:gradFill>
            <a:gsLst>
              <a:gs pos="10000">
                <a:srgbClr val="0A0114"/>
              </a:gs>
              <a:gs pos="100000">
                <a:srgbClr val="0D8EF9"/>
              </a:gs>
              <a:gs pos="100000">
                <a:srgbClr val="2458E9"/>
              </a:gs>
              <a:gs pos="77000">
                <a:srgbClr val="3A00A5"/>
              </a:gs>
            </a:gsLst>
            <a:lin ang="54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CA301EE7-2ECA-9C97-B294-DAA8DB6CC71A}"/>
              </a:ext>
            </a:extLst>
          </p:cNvPr>
          <p:cNvSpPr>
            <a:spLocks noGrp="1"/>
          </p:cNvSpPr>
          <p:nvPr>
            <p:ph type="pic" idx="20"/>
          </p:nvPr>
        </p:nvSpPr>
        <p:spPr>
          <a:xfrm>
            <a:off x="5231904" y="1257300"/>
            <a:ext cx="1807472" cy="1724439"/>
          </a:xfr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3BF56D5B-7346-4150-6E4F-B26A4D8A38F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206715" y="3205369"/>
            <a:ext cx="1877151" cy="243509"/>
          </a:xfrm>
        </p:spPr>
        <p:txBody>
          <a:bodyPr/>
          <a:lstStyle>
            <a:lvl1pPr marL="0" indent="0">
              <a:lnSpc>
                <a:spcPct val="140000"/>
              </a:lnSpc>
              <a:buNone/>
              <a:defRPr sz="1050"/>
            </a:lvl1pPr>
            <a:lvl2pPr>
              <a:defRPr sz="800"/>
            </a:lvl2pPr>
            <a:lvl3pPr>
              <a:defRPr sz="600"/>
            </a:lvl3pPr>
            <a:lvl4pPr>
              <a:defRPr sz="500"/>
            </a:lvl4pPr>
            <a:lvl5pPr>
              <a:defRPr sz="400"/>
            </a:lvl5pPr>
          </a:lstStyle>
          <a:p>
            <a:pPr lvl="0"/>
            <a:r>
              <a:rPr lang="en-US"/>
              <a:t>Position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E8B1729-0F11-607E-C325-19EF7C9FCFE2}"/>
              </a:ext>
            </a:extLst>
          </p:cNvPr>
          <p:cNvSpPr/>
          <p:nvPr userDrawn="1"/>
        </p:nvSpPr>
        <p:spPr>
          <a:xfrm>
            <a:off x="5226699" y="3596963"/>
            <a:ext cx="1156447" cy="7200"/>
          </a:xfrm>
          <a:prstGeom prst="rect">
            <a:avLst/>
          </a:prstGeom>
          <a:gradFill>
            <a:gsLst>
              <a:gs pos="10000">
                <a:srgbClr val="0A0114"/>
              </a:gs>
              <a:gs pos="100000">
                <a:srgbClr val="0D8EF9"/>
              </a:gs>
              <a:gs pos="100000">
                <a:srgbClr val="2458E9"/>
              </a:gs>
              <a:gs pos="77000">
                <a:srgbClr val="3A00A5"/>
              </a:gs>
            </a:gsLst>
            <a:lin ang="54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DB39FF19-FA67-EA8A-9C9E-9B8D93216295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5231904" y="3861048"/>
            <a:ext cx="1807472" cy="1724439"/>
          </a:xfr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6008F254-B959-B0AF-E595-515146699EA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06715" y="5809117"/>
            <a:ext cx="1877151" cy="243509"/>
          </a:xfrm>
        </p:spPr>
        <p:txBody>
          <a:bodyPr/>
          <a:lstStyle>
            <a:lvl1pPr marL="0" indent="0">
              <a:lnSpc>
                <a:spcPct val="140000"/>
              </a:lnSpc>
              <a:buNone/>
              <a:defRPr sz="1050"/>
            </a:lvl1pPr>
            <a:lvl2pPr>
              <a:defRPr sz="800"/>
            </a:lvl2pPr>
            <a:lvl3pPr>
              <a:defRPr sz="600"/>
            </a:lvl3pPr>
            <a:lvl4pPr>
              <a:defRPr sz="500"/>
            </a:lvl4pPr>
            <a:lvl5pPr>
              <a:defRPr sz="400"/>
            </a:lvl5pPr>
          </a:lstStyle>
          <a:p>
            <a:pPr lvl="0"/>
            <a:r>
              <a:rPr lang="en-US"/>
              <a:t>Position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5CBEC13-6D3E-19E8-3D3F-B5BACEFE70A2}"/>
              </a:ext>
            </a:extLst>
          </p:cNvPr>
          <p:cNvSpPr/>
          <p:nvPr userDrawn="1"/>
        </p:nvSpPr>
        <p:spPr>
          <a:xfrm>
            <a:off x="5226699" y="6200711"/>
            <a:ext cx="1156447" cy="7200"/>
          </a:xfrm>
          <a:prstGeom prst="rect">
            <a:avLst/>
          </a:prstGeom>
          <a:gradFill>
            <a:gsLst>
              <a:gs pos="10000">
                <a:srgbClr val="0A0114"/>
              </a:gs>
              <a:gs pos="100000">
                <a:srgbClr val="0D8EF9"/>
              </a:gs>
              <a:gs pos="100000">
                <a:srgbClr val="2458E9"/>
              </a:gs>
              <a:gs pos="77000">
                <a:srgbClr val="3A00A5"/>
              </a:gs>
            </a:gsLst>
            <a:lin ang="54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Picture Placeholder 2">
            <a:extLst>
              <a:ext uri="{FF2B5EF4-FFF2-40B4-BE49-F238E27FC236}">
                <a16:creationId xmlns:a16="http://schemas.microsoft.com/office/drawing/2014/main" id="{030045A3-0277-6265-995A-0B0A26878DE0}"/>
              </a:ext>
            </a:extLst>
          </p:cNvPr>
          <p:cNvSpPr>
            <a:spLocks noGrp="1"/>
          </p:cNvSpPr>
          <p:nvPr>
            <p:ph type="pic" idx="24"/>
          </p:nvPr>
        </p:nvSpPr>
        <p:spPr>
          <a:xfrm>
            <a:off x="9048328" y="1257300"/>
            <a:ext cx="1807472" cy="1724439"/>
          </a:xfr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09FED2D7-9B98-B211-8357-ADC8B6E8D77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023139" y="3205369"/>
            <a:ext cx="1877151" cy="243509"/>
          </a:xfrm>
        </p:spPr>
        <p:txBody>
          <a:bodyPr/>
          <a:lstStyle>
            <a:lvl1pPr marL="0" indent="0">
              <a:lnSpc>
                <a:spcPct val="140000"/>
              </a:lnSpc>
              <a:buNone/>
              <a:defRPr sz="1050"/>
            </a:lvl1pPr>
            <a:lvl2pPr>
              <a:defRPr sz="800"/>
            </a:lvl2pPr>
            <a:lvl3pPr>
              <a:defRPr sz="600"/>
            </a:lvl3pPr>
            <a:lvl4pPr>
              <a:defRPr sz="500"/>
            </a:lvl4pPr>
            <a:lvl5pPr>
              <a:defRPr sz="400"/>
            </a:lvl5pPr>
          </a:lstStyle>
          <a:p>
            <a:pPr lvl="0"/>
            <a:r>
              <a:rPr lang="en-US"/>
              <a:t>Position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7E4C3D9-7B2B-9910-BCAD-1D3001656AE0}"/>
              </a:ext>
            </a:extLst>
          </p:cNvPr>
          <p:cNvSpPr/>
          <p:nvPr userDrawn="1"/>
        </p:nvSpPr>
        <p:spPr>
          <a:xfrm>
            <a:off x="9043123" y="3596963"/>
            <a:ext cx="1156447" cy="7200"/>
          </a:xfrm>
          <a:prstGeom prst="rect">
            <a:avLst/>
          </a:prstGeom>
          <a:gradFill>
            <a:gsLst>
              <a:gs pos="10000">
                <a:srgbClr val="0A0114"/>
              </a:gs>
              <a:gs pos="100000">
                <a:srgbClr val="0D8EF9"/>
              </a:gs>
              <a:gs pos="100000">
                <a:srgbClr val="2458E9"/>
              </a:gs>
              <a:gs pos="77000">
                <a:srgbClr val="3A00A5"/>
              </a:gs>
            </a:gsLst>
            <a:lin ang="54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Picture Placeholder 2">
            <a:extLst>
              <a:ext uri="{FF2B5EF4-FFF2-40B4-BE49-F238E27FC236}">
                <a16:creationId xmlns:a16="http://schemas.microsoft.com/office/drawing/2014/main" id="{EFCEEC8C-F300-1713-AF2A-7AC73CFAB32F}"/>
              </a:ext>
            </a:extLst>
          </p:cNvPr>
          <p:cNvSpPr>
            <a:spLocks noGrp="1"/>
          </p:cNvSpPr>
          <p:nvPr>
            <p:ph type="pic" idx="26"/>
          </p:nvPr>
        </p:nvSpPr>
        <p:spPr>
          <a:xfrm>
            <a:off x="9048328" y="3861048"/>
            <a:ext cx="1807472" cy="1724439"/>
          </a:xfr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95924084-7F44-8FA0-EB52-D7FB78BDF90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023139" y="5809117"/>
            <a:ext cx="1877151" cy="243509"/>
          </a:xfrm>
        </p:spPr>
        <p:txBody>
          <a:bodyPr/>
          <a:lstStyle>
            <a:lvl1pPr marL="0" indent="0">
              <a:lnSpc>
                <a:spcPct val="140000"/>
              </a:lnSpc>
              <a:buNone/>
              <a:defRPr sz="1050"/>
            </a:lvl1pPr>
            <a:lvl2pPr>
              <a:defRPr sz="800"/>
            </a:lvl2pPr>
            <a:lvl3pPr>
              <a:defRPr sz="600"/>
            </a:lvl3pPr>
            <a:lvl4pPr>
              <a:defRPr sz="500"/>
            </a:lvl4pPr>
            <a:lvl5pPr>
              <a:defRPr sz="400"/>
            </a:lvl5pPr>
          </a:lstStyle>
          <a:p>
            <a:pPr lvl="0"/>
            <a:r>
              <a:rPr lang="en-US"/>
              <a:t>Position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20E0381-64A7-58B3-6B55-8D97FFC50ED9}"/>
              </a:ext>
            </a:extLst>
          </p:cNvPr>
          <p:cNvSpPr/>
          <p:nvPr userDrawn="1"/>
        </p:nvSpPr>
        <p:spPr>
          <a:xfrm>
            <a:off x="9043123" y="6200711"/>
            <a:ext cx="1156447" cy="7200"/>
          </a:xfrm>
          <a:prstGeom prst="rect">
            <a:avLst/>
          </a:prstGeom>
          <a:gradFill>
            <a:gsLst>
              <a:gs pos="10000">
                <a:srgbClr val="0A0114"/>
              </a:gs>
              <a:gs pos="100000">
                <a:srgbClr val="0D8EF9"/>
              </a:gs>
              <a:gs pos="100000">
                <a:srgbClr val="2458E9"/>
              </a:gs>
              <a:gs pos="77000">
                <a:srgbClr val="3A00A5"/>
              </a:gs>
            </a:gsLst>
            <a:lin ang="54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BEA1B62D-5F9E-C94D-E43B-4C7C93EC42E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343127" y="5719083"/>
            <a:ext cx="1847394" cy="207155"/>
          </a:xfrm>
        </p:spPr>
        <p:txBody>
          <a:bodyPr/>
          <a:lstStyle>
            <a:lvl1pPr marL="0" indent="0">
              <a:buNone/>
              <a:defRPr sz="1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/>
              <a:t>Add name here</a:t>
            </a:r>
            <a:endParaRPr lang="en-US"/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FC526E20-FEEF-4E9D-9B67-468AA8DCD09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06715" y="5719398"/>
            <a:ext cx="1858207" cy="195265"/>
          </a:xfrm>
        </p:spPr>
        <p:txBody>
          <a:bodyPr/>
          <a:lstStyle>
            <a:lvl1pPr marL="0" indent="0">
              <a:buNone/>
              <a:defRPr sz="1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/>
              <a:t>Add name here</a:t>
            </a:r>
            <a:endParaRPr lang="en-US"/>
          </a:p>
        </p:txBody>
      </p: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2A0D036F-7D63-4B69-7777-E9EAF49E037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06715" y="3110278"/>
            <a:ext cx="1874525" cy="200082"/>
          </a:xfrm>
        </p:spPr>
        <p:txBody>
          <a:bodyPr/>
          <a:lstStyle>
            <a:lvl1pPr marL="0" indent="0">
              <a:buNone/>
              <a:defRPr sz="1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/>
              <a:t>Add name here</a:t>
            </a:r>
            <a:endParaRPr lang="en-US"/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B6E9C6CB-A575-6B81-7285-91D0408C2B6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023139" y="3110147"/>
            <a:ext cx="1858181" cy="195184"/>
          </a:xfrm>
        </p:spPr>
        <p:txBody>
          <a:bodyPr/>
          <a:lstStyle>
            <a:lvl1pPr marL="0" indent="0">
              <a:buNone/>
              <a:defRPr sz="1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/>
              <a:t>Add name here</a:t>
            </a:r>
            <a:endParaRPr lang="en-US"/>
          </a:p>
        </p:txBody>
      </p:sp>
      <p:sp>
        <p:nvSpPr>
          <p:cNvPr id="50" name="Text Placeholder 49">
            <a:extLst>
              <a:ext uri="{FF2B5EF4-FFF2-40B4-BE49-F238E27FC236}">
                <a16:creationId xmlns:a16="http://schemas.microsoft.com/office/drawing/2014/main" id="{1F49DEF2-116F-2727-5594-A8314D46705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023139" y="5711123"/>
            <a:ext cx="1851830" cy="191966"/>
          </a:xfrm>
        </p:spPr>
        <p:txBody>
          <a:bodyPr/>
          <a:lstStyle>
            <a:lvl1pPr marL="0" indent="0">
              <a:buNone/>
              <a:defRPr sz="1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/>
              <a:t>Add name here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8CB3331-1756-FFC8-DFBB-2469092E83BC}"/>
              </a:ext>
            </a:extLst>
          </p:cNvPr>
          <p:cNvSpPr/>
          <p:nvPr userDrawn="1"/>
        </p:nvSpPr>
        <p:spPr>
          <a:xfrm>
            <a:off x="0" y="6718852"/>
            <a:ext cx="12192000" cy="175239"/>
          </a:xfrm>
          <a:prstGeom prst="rect">
            <a:avLst/>
          </a:prstGeom>
          <a:gradFill>
            <a:gsLst>
              <a:gs pos="98000">
                <a:srgbClr val="0A0114"/>
              </a:gs>
              <a:gs pos="21000">
                <a:srgbClr val="2458E9"/>
              </a:gs>
              <a:gs pos="77000">
                <a:srgbClr val="3A00A5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707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2" userDrawn="1">
          <p15:clr>
            <a:srgbClr val="FBAE40"/>
          </p15:clr>
        </p15:guide>
        <p15:guide id="2" orient="horz" pos="777" userDrawn="1">
          <p15:clr>
            <a:srgbClr val="FBAE40"/>
          </p15:clr>
        </p15:guide>
        <p15:guide id="3" pos="5382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6 Headsho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1D9A179-30DD-4CFE-9AC8-AF4A7DC70FEC}"/>
              </a:ext>
            </a:extLst>
          </p:cNvPr>
          <p:cNvSpPr/>
          <p:nvPr userDrawn="1"/>
        </p:nvSpPr>
        <p:spPr>
          <a:xfrm>
            <a:off x="0" y="269359"/>
            <a:ext cx="12192000" cy="6588641"/>
          </a:xfrm>
          <a:prstGeom prst="rect">
            <a:avLst/>
          </a:prstGeom>
          <a:gradFill>
            <a:gsLst>
              <a:gs pos="100000">
                <a:schemeClr val="bg1"/>
              </a:gs>
              <a:gs pos="50000">
                <a:schemeClr val="bg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5731565F-6B1B-86C1-8599-A7DFF1B2D10D}"/>
              </a:ext>
            </a:extLst>
          </p:cNvPr>
          <p:cNvSpPr/>
          <p:nvPr userDrawn="1"/>
        </p:nvSpPr>
        <p:spPr>
          <a:xfrm>
            <a:off x="-5084061" y="36576"/>
            <a:ext cx="14435719" cy="6885384"/>
          </a:xfrm>
          <a:custGeom>
            <a:avLst/>
            <a:gdLst>
              <a:gd name="connsiteX0" fmla="*/ 75435 w 14435719"/>
              <a:gd name="connsiteY0" fmla="*/ 0 h 6885384"/>
              <a:gd name="connsiteX1" fmla="*/ 12196316 w 14435719"/>
              <a:gd name="connsiteY1" fmla="*/ 0 h 6885384"/>
              <a:gd name="connsiteX2" fmla="*/ 14119490 w 14435719"/>
              <a:gd name="connsiteY2" fmla="*/ 2629491 h 6885384"/>
              <a:gd name="connsiteX3" fmla="*/ 14339688 w 14435719"/>
              <a:gd name="connsiteY3" fmla="*/ 3050976 h 6885384"/>
              <a:gd name="connsiteX4" fmla="*/ 14345501 w 14435719"/>
              <a:gd name="connsiteY4" fmla="*/ 3071143 h 6885384"/>
              <a:gd name="connsiteX5" fmla="*/ 14352553 w 14435719"/>
              <a:gd name="connsiteY5" fmla="*/ 3089154 h 6885384"/>
              <a:gd name="connsiteX6" fmla="*/ 14111634 w 14435719"/>
              <a:gd name="connsiteY6" fmla="*/ 4554432 h 6885384"/>
              <a:gd name="connsiteX7" fmla="*/ 12333586 w 14435719"/>
              <a:gd name="connsiteY7" fmla="*/ 6885384 h 6885384"/>
              <a:gd name="connsiteX8" fmla="*/ 0 w 14435719"/>
              <a:gd name="connsiteY8" fmla="*/ 6885384 h 6885384"/>
              <a:gd name="connsiteX9" fmla="*/ 0 w 14435719"/>
              <a:gd name="connsiteY9" fmla="*/ 481677 h 6885384"/>
              <a:gd name="connsiteX10" fmla="*/ 70983 w 14435719"/>
              <a:gd name="connsiteY10" fmla="*/ 12162 h 6885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435719" h="6885384">
                <a:moveTo>
                  <a:pt x="75435" y="0"/>
                </a:moveTo>
                <a:lnTo>
                  <a:pt x="12196316" y="0"/>
                </a:lnTo>
                <a:lnTo>
                  <a:pt x="14119490" y="2629491"/>
                </a:lnTo>
                <a:cubicBezTo>
                  <a:pt x="14216150" y="2761652"/>
                  <a:pt x="14289291" y="2903813"/>
                  <a:pt x="14339688" y="3050976"/>
                </a:cubicBezTo>
                <a:lnTo>
                  <a:pt x="14345501" y="3071143"/>
                </a:lnTo>
                <a:lnTo>
                  <a:pt x="14352553" y="3089154"/>
                </a:lnTo>
                <a:cubicBezTo>
                  <a:pt x="14514630" y="3570168"/>
                  <a:pt x="14442651" y="4120480"/>
                  <a:pt x="14111634" y="4554432"/>
                </a:cubicBezTo>
                <a:lnTo>
                  <a:pt x="12333586" y="6885384"/>
                </a:lnTo>
                <a:lnTo>
                  <a:pt x="0" y="6885384"/>
                </a:lnTo>
                <a:lnTo>
                  <a:pt x="0" y="481677"/>
                </a:lnTo>
                <a:cubicBezTo>
                  <a:pt x="0" y="318177"/>
                  <a:pt x="24852" y="160482"/>
                  <a:pt x="70983" y="12162"/>
                </a:cubicBezTo>
                <a:close/>
              </a:path>
            </a:pathLst>
          </a:custGeom>
          <a:gradFill>
            <a:gsLst>
              <a:gs pos="77000">
                <a:schemeClr val="bg2"/>
              </a:gs>
              <a:gs pos="99000">
                <a:schemeClr val="bg1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2E7079-E6A9-22FB-86A1-1D4E76C43E80}"/>
              </a:ext>
            </a:extLst>
          </p:cNvPr>
          <p:cNvSpPr/>
          <p:nvPr userDrawn="1"/>
        </p:nvSpPr>
        <p:spPr>
          <a:xfrm>
            <a:off x="-12691872" y="-5230368"/>
            <a:ext cx="12691872" cy="18873216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BFD4DA-6C6B-22C6-BEE2-DF44D3827A2E}"/>
              </a:ext>
            </a:extLst>
          </p:cNvPr>
          <p:cNvSpPr/>
          <p:nvPr userDrawn="1"/>
        </p:nvSpPr>
        <p:spPr>
          <a:xfrm>
            <a:off x="0" y="0"/>
            <a:ext cx="12192000" cy="685800"/>
          </a:xfrm>
          <a:prstGeom prst="rect">
            <a:avLst/>
          </a:prstGeom>
          <a:gradFill>
            <a:gsLst>
              <a:gs pos="98000">
                <a:srgbClr val="0A0114"/>
              </a:gs>
              <a:gs pos="21000">
                <a:srgbClr val="2458E9"/>
              </a:gs>
              <a:gs pos="77000">
                <a:srgbClr val="3A00A5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521764-483E-14D5-3A6D-E18C901CA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9F64C-B5D4-4043-B208-DA254E12037D}" type="datetime1">
              <a:rPr lang="en-GB" smtClean="0"/>
              <a:t>16/05/2024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8E3ADD-0630-7B24-45A5-EFE95C413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86CB18-6783-F595-5705-1209F0B24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2271" y="6275668"/>
            <a:ext cx="2743200" cy="365125"/>
          </a:xfrm>
        </p:spPr>
        <p:txBody>
          <a:bodyPr/>
          <a:lstStyle/>
          <a:p>
            <a:fld id="{662408D0-DD37-1B4F-8C60-478A1B0FE8EB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8553EDD-1CEF-4712-026F-70E4E69317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78165"/>
          <a:stretch/>
        </p:blipFill>
        <p:spPr>
          <a:xfrm>
            <a:off x="239188" y="199213"/>
            <a:ext cx="410898" cy="338174"/>
          </a:xfrm>
          <a:prstGeom prst="rect">
            <a:avLst/>
          </a:prstGeom>
        </p:spPr>
      </p:pic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B2BCBA91-30F7-42A2-47E4-1E693409EF2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68353" y="92215"/>
            <a:ext cx="9170427" cy="512763"/>
          </a:xfrm>
        </p:spPr>
        <p:txBody>
          <a:bodyPr anchor="ctr"/>
          <a:lstStyle>
            <a:lvl1pPr marL="0" indent="0">
              <a:lnSpc>
                <a:spcPct val="140000"/>
              </a:lnSpc>
              <a:buNone/>
              <a:defRPr sz="1200" spc="0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00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GB"/>
              <a:t>SUBJECT HEADING</a:t>
            </a:r>
            <a:endParaRPr lang="en-US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5B31D367-F6D8-65AC-A4A4-9BA117F67397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601834" y="1545691"/>
            <a:ext cx="3168352" cy="3022802"/>
          </a:xfr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9C20DC28-B243-29AE-FEFC-6D815CCED1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6986" y="4792122"/>
            <a:ext cx="1877151" cy="243509"/>
          </a:xfrm>
        </p:spPr>
        <p:txBody>
          <a:bodyPr/>
          <a:lstStyle>
            <a:lvl1pPr marL="0" indent="0">
              <a:lnSpc>
                <a:spcPct val="140000"/>
              </a:lnSpc>
              <a:buNone/>
              <a:defRPr sz="1050"/>
            </a:lvl1pPr>
            <a:lvl2pPr>
              <a:defRPr sz="800"/>
            </a:lvl2pPr>
            <a:lvl3pPr>
              <a:defRPr sz="600"/>
            </a:lvl3pPr>
            <a:lvl4pPr>
              <a:defRPr sz="500"/>
            </a:lvl4pPr>
            <a:lvl5pPr>
              <a:defRPr sz="400"/>
            </a:lvl5pPr>
          </a:lstStyle>
          <a:p>
            <a:pPr lvl="0"/>
            <a:r>
              <a:rPr lang="en-US"/>
              <a:t>Position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9F8F57F-20F9-C2F4-12C6-2EAADFABABA6}"/>
              </a:ext>
            </a:extLst>
          </p:cNvPr>
          <p:cNvSpPr/>
          <p:nvPr userDrawn="1"/>
        </p:nvSpPr>
        <p:spPr>
          <a:xfrm>
            <a:off x="636970" y="5183716"/>
            <a:ext cx="1156447" cy="7200"/>
          </a:xfrm>
          <a:prstGeom prst="rect">
            <a:avLst/>
          </a:prstGeom>
          <a:gradFill>
            <a:gsLst>
              <a:gs pos="10000">
                <a:srgbClr val="0A0114"/>
              </a:gs>
              <a:gs pos="100000">
                <a:srgbClr val="0D8EF9"/>
              </a:gs>
              <a:gs pos="100000">
                <a:srgbClr val="2458E9"/>
              </a:gs>
              <a:gs pos="77000">
                <a:srgbClr val="3A00A5"/>
              </a:gs>
            </a:gsLst>
            <a:lin ang="54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9DCA0D1C-E736-E40D-0BDE-F71074BF58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6986" y="4695797"/>
            <a:ext cx="1823117" cy="212890"/>
          </a:xfrm>
        </p:spPr>
        <p:txBody>
          <a:bodyPr anchor="t">
            <a:noAutofit/>
          </a:bodyPr>
          <a:lstStyle>
            <a:lvl1pPr>
              <a:defRPr sz="1000" b="1" baseline="0">
                <a:solidFill>
                  <a:schemeClr val="accent2"/>
                </a:solidFill>
              </a:defRPr>
            </a:lvl1pPr>
          </a:lstStyle>
          <a:p>
            <a:r>
              <a:rPr lang="en-GB"/>
              <a:t>Add name here</a:t>
            </a:r>
            <a:endParaRPr lang="en-US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CA301EE7-2ECA-9C97-B294-DAA8DB6CC71A}"/>
              </a:ext>
            </a:extLst>
          </p:cNvPr>
          <p:cNvSpPr>
            <a:spLocks noGrp="1"/>
          </p:cNvSpPr>
          <p:nvPr>
            <p:ph type="pic" idx="20"/>
          </p:nvPr>
        </p:nvSpPr>
        <p:spPr>
          <a:xfrm>
            <a:off x="4465422" y="1545691"/>
            <a:ext cx="3168352" cy="3022802"/>
          </a:xfr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3BF56D5B-7346-4150-6E4F-B26A4D8A38F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480574" y="4792122"/>
            <a:ext cx="1877151" cy="243509"/>
          </a:xfrm>
        </p:spPr>
        <p:txBody>
          <a:bodyPr/>
          <a:lstStyle>
            <a:lvl1pPr marL="0" indent="0">
              <a:lnSpc>
                <a:spcPct val="140000"/>
              </a:lnSpc>
              <a:buNone/>
              <a:defRPr sz="1050"/>
            </a:lvl1pPr>
            <a:lvl2pPr>
              <a:defRPr sz="800"/>
            </a:lvl2pPr>
            <a:lvl3pPr>
              <a:defRPr sz="600"/>
            </a:lvl3pPr>
            <a:lvl4pPr>
              <a:defRPr sz="500"/>
            </a:lvl4pPr>
            <a:lvl5pPr>
              <a:defRPr sz="400"/>
            </a:lvl5pPr>
          </a:lstStyle>
          <a:p>
            <a:pPr lvl="0"/>
            <a:r>
              <a:rPr lang="en-US"/>
              <a:t>Position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E8B1729-0F11-607E-C325-19EF7C9FCFE2}"/>
              </a:ext>
            </a:extLst>
          </p:cNvPr>
          <p:cNvSpPr/>
          <p:nvPr userDrawn="1"/>
        </p:nvSpPr>
        <p:spPr>
          <a:xfrm>
            <a:off x="4500558" y="5183716"/>
            <a:ext cx="1156447" cy="7200"/>
          </a:xfrm>
          <a:prstGeom prst="rect">
            <a:avLst/>
          </a:prstGeom>
          <a:gradFill>
            <a:gsLst>
              <a:gs pos="10000">
                <a:srgbClr val="0A0114"/>
              </a:gs>
              <a:gs pos="100000">
                <a:srgbClr val="0D8EF9"/>
              </a:gs>
              <a:gs pos="100000">
                <a:srgbClr val="2458E9"/>
              </a:gs>
              <a:gs pos="77000">
                <a:srgbClr val="3A00A5"/>
              </a:gs>
            </a:gsLst>
            <a:lin ang="54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Picture Placeholder 2">
            <a:extLst>
              <a:ext uri="{FF2B5EF4-FFF2-40B4-BE49-F238E27FC236}">
                <a16:creationId xmlns:a16="http://schemas.microsoft.com/office/drawing/2014/main" id="{030045A3-0277-6265-995A-0B0A26878DE0}"/>
              </a:ext>
            </a:extLst>
          </p:cNvPr>
          <p:cNvSpPr>
            <a:spLocks noGrp="1"/>
          </p:cNvSpPr>
          <p:nvPr>
            <p:ph type="pic" idx="24"/>
          </p:nvPr>
        </p:nvSpPr>
        <p:spPr>
          <a:xfrm>
            <a:off x="8281846" y="1545691"/>
            <a:ext cx="3168352" cy="3022802"/>
          </a:xfr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09FED2D7-9B98-B211-8357-ADC8B6E8D77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296998" y="4792122"/>
            <a:ext cx="1877151" cy="243509"/>
          </a:xfrm>
        </p:spPr>
        <p:txBody>
          <a:bodyPr/>
          <a:lstStyle>
            <a:lvl1pPr marL="0" indent="0">
              <a:lnSpc>
                <a:spcPct val="140000"/>
              </a:lnSpc>
              <a:buNone/>
              <a:defRPr sz="1050"/>
            </a:lvl1pPr>
            <a:lvl2pPr>
              <a:defRPr sz="800"/>
            </a:lvl2pPr>
            <a:lvl3pPr>
              <a:defRPr sz="600"/>
            </a:lvl3pPr>
            <a:lvl4pPr>
              <a:defRPr sz="500"/>
            </a:lvl4pPr>
            <a:lvl5pPr>
              <a:defRPr sz="400"/>
            </a:lvl5pPr>
          </a:lstStyle>
          <a:p>
            <a:pPr lvl="0"/>
            <a:r>
              <a:rPr lang="en-US"/>
              <a:t>Position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7E4C3D9-7B2B-9910-BCAD-1D3001656AE0}"/>
              </a:ext>
            </a:extLst>
          </p:cNvPr>
          <p:cNvSpPr/>
          <p:nvPr userDrawn="1"/>
        </p:nvSpPr>
        <p:spPr>
          <a:xfrm>
            <a:off x="8316982" y="5183716"/>
            <a:ext cx="1156447" cy="7200"/>
          </a:xfrm>
          <a:prstGeom prst="rect">
            <a:avLst/>
          </a:prstGeom>
          <a:gradFill>
            <a:gsLst>
              <a:gs pos="10000">
                <a:srgbClr val="0A0114"/>
              </a:gs>
              <a:gs pos="100000">
                <a:srgbClr val="0D8EF9"/>
              </a:gs>
              <a:gs pos="100000">
                <a:srgbClr val="2458E9"/>
              </a:gs>
              <a:gs pos="77000">
                <a:srgbClr val="3A00A5"/>
              </a:gs>
            </a:gsLst>
            <a:lin ang="54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2A0D036F-7D63-4B69-7777-E9EAF49E037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480574" y="4697031"/>
            <a:ext cx="1874525" cy="200082"/>
          </a:xfrm>
        </p:spPr>
        <p:txBody>
          <a:bodyPr/>
          <a:lstStyle>
            <a:lvl1pPr marL="0" indent="0">
              <a:buNone/>
              <a:defRPr sz="1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/>
              <a:t>Add name here</a:t>
            </a:r>
            <a:endParaRPr lang="en-US"/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B6E9C6CB-A575-6B81-7285-91D0408C2B6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296998" y="4696900"/>
            <a:ext cx="1858181" cy="195184"/>
          </a:xfrm>
        </p:spPr>
        <p:txBody>
          <a:bodyPr/>
          <a:lstStyle>
            <a:lvl1pPr marL="0" indent="0">
              <a:buNone/>
              <a:defRPr sz="1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/>
              <a:t>Add name here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8CB3331-1756-FFC8-DFBB-2469092E83BC}"/>
              </a:ext>
            </a:extLst>
          </p:cNvPr>
          <p:cNvSpPr/>
          <p:nvPr userDrawn="1"/>
        </p:nvSpPr>
        <p:spPr>
          <a:xfrm>
            <a:off x="0" y="6718852"/>
            <a:ext cx="12192000" cy="175239"/>
          </a:xfrm>
          <a:prstGeom prst="rect">
            <a:avLst/>
          </a:prstGeom>
          <a:gradFill>
            <a:gsLst>
              <a:gs pos="98000">
                <a:srgbClr val="0A0114"/>
              </a:gs>
              <a:gs pos="21000">
                <a:srgbClr val="2458E9"/>
              </a:gs>
              <a:gs pos="77000">
                <a:srgbClr val="3A00A5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1725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2" userDrawn="1">
          <p15:clr>
            <a:srgbClr val="FBAE40"/>
          </p15:clr>
        </p15:guide>
        <p15:guide id="2" orient="horz" pos="777" userDrawn="1">
          <p15:clr>
            <a:srgbClr val="FBAE40"/>
          </p15:clr>
        </p15:guide>
        <p15:guide id="3" pos="483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ograph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FD63179-3B26-4EE6-3F2C-EA38E459A9C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rgbClr val="0A0114"/>
              </a:gs>
              <a:gs pos="100000">
                <a:srgbClr val="0D8EF9"/>
              </a:gs>
              <a:gs pos="100000">
                <a:srgbClr val="2458E9"/>
              </a:gs>
              <a:gs pos="77000">
                <a:srgbClr val="3A00A5"/>
              </a:gs>
            </a:gsLst>
            <a:lin ang="5400000" scaled="0"/>
          </a:gradFill>
          <a:ln w="95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reeform 59">
            <a:extLst>
              <a:ext uri="{FF2B5EF4-FFF2-40B4-BE49-F238E27FC236}">
                <a16:creationId xmlns:a16="http://schemas.microsoft.com/office/drawing/2014/main" id="{17BF0E8A-BCB4-B5F9-32E4-D4D128FB17BF}"/>
              </a:ext>
            </a:extLst>
          </p:cNvPr>
          <p:cNvSpPr/>
          <p:nvPr userDrawn="1"/>
        </p:nvSpPr>
        <p:spPr>
          <a:xfrm>
            <a:off x="-9168394" y="36576"/>
            <a:ext cx="14435719" cy="6885384"/>
          </a:xfrm>
          <a:custGeom>
            <a:avLst/>
            <a:gdLst>
              <a:gd name="connsiteX0" fmla="*/ 75435 w 14435719"/>
              <a:gd name="connsiteY0" fmla="*/ 0 h 6885384"/>
              <a:gd name="connsiteX1" fmla="*/ 12196316 w 14435719"/>
              <a:gd name="connsiteY1" fmla="*/ 0 h 6885384"/>
              <a:gd name="connsiteX2" fmla="*/ 14119490 w 14435719"/>
              <a:gd name="connsiteY2" fmla="*/ 2629491 h 6885384"/>
              <a:gd name="connsiteX3" fmla="*/ 14339688 w 14435719"/>
              <a:gd name="connsiteY3" fmla="*/ 3050976 h 6885384"/>
              <a:gd name="connsiteX4" fmla="*/ 14345501 w 14435719"/>
              <a:gd name="connsiteY4" fmla="*/ 3071143 h 6885384"/>
              <a:gd name="connsiteX5" fmla="*/ 14352553 w 14435719"/>
              <a:gd name="connsiteY5" fmla="*/ 3089154 h 6885384"/>
              <a:gd name="connsiteX6" fmla="*/ 14111634 w 14435719"/>
              <a:gd name="connsiteY6" fmla="*/ 4554432 h 6885384"/>
              <a:gd name="connsiteX7" fmla="*/ 12333586 w 14435719"/>
              <a:gd name="connsiteY7" fmla="*/ 6885384 h 6885384"/>
              <a:gd name="connsiteX8" fmla="*/ 0 w 14435719"/>
              <a:gd name="connsiteY8" fmla="*/ 6885384 h 6885384"/>
              <a:gd name="connsiteX9" fmla="*/ 0 w 14435719"/>
              <a:gd name="connsiteY9" fmla="*/ 481677 h 6885384"/>
              <a:gd name="connsiteX10" fmla="*/ 70983 w 14435719"/>
              <a:gd name="connsiteY10" fmla="*/ 12162 h 6885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435719" h="6885384">
                <a:moveTo>
                  <a:pt x="75435" y="0"/>
                </a:moveTo>
                <a:lnTo>
                  <a:pt x="12196316" y="0"/>
                </a:lnTo>
                <a:lnTo>
                  <a:pt x="14119490" y="2629491"/>
                </a:lnTo>
                <a:cubicBezTo>
                  <a:pt x="14216150" y="2761652"/>
                  <a:pt x="14289291" y="2903813"/>
                  <a:pt x="14339688" y="3050976"/>
                </a:cubicBezTo>
                <a:lnTo>
                  <a:pt x="14345501" y="3071143"/>
                </a:lnTo>
                <a:lnTo>
                  <a:pt x="14352553" y="3089154"/>
                </a:lnTo>
                <a:cubicBezTo>
                  <a:pt x="14514630" y="3570168"/>
                  <a:pt x="14442651" y="4120480"/>
                  <a:pt x="14111634" y="4554432"/>
                </a:cubicBezTo>
                <a:lnTo>
                  <a:pt x="12333586" y="6885384"/>
                </a:lnTo>
                <a:lnTo>
                  <a:pt x="0" y="6885384"/>
                </a:lnTo>
                <a:lnTo>
                  <a:pt x="0" y="481677"/>
                </a:lnTo>
                <a:cubicBezTo>
                  <a:pt x="0" y="318177"/>
                  <a:pt x="24852" y="160482"/>
                  <a:pt x="70983" y="12162"/>
                </a:cubicBezTo>
                <a:close/>
              </a:path>
            </a:pathLst>
          </a:custGeom>
          <a:gradFill>
            <a:gsLst>
              <a:gs pos="34000">
                <a:srgbClr val="000003"/>
              </a:gs>
              <a:gs pos="76000">
                <a:srgbClr val="4B02D2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521764-483E-14D5-3A6D-E18C901CA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489AF-5FF4-3B41-94F8-BE204A545C4D}" type="datetime1">
              <a:rPr lang="en-GB" smtClean="0"/>
              <a:t>16/05/2024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8E3ADD-0630-7B24-45A5-EFE95C413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86CB18-6783-F595-5705-1209F0B24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2271" y="6275668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62408D0-DD37-1B4F-8C60-478A1B0FE8E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8553EDD-1CEF-4712-026F-70E4E69317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78165"/>
          <a:stretch/>
        </p:blipFill>
        <p:spPr>
          <a:xfrm>
            <a:off x="239188" y="712627"/>
            <a:ext cx="410898" cy="338174"/>
          </a:xfrm>
          <a:prstGeom prst="rect">
            <a:avLst/>
          </a:prstGeom>
        </p:spPr>
      </p:pic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5B31D367-F6D8-65AC-A4A4-9BA117F67397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850420" y="1383080"/>
            <a:ext cx="1807472" cy="1724439"/>
          </a:xfrm>
          <a:solidFill>
            <a:schemeClr val="bg2">
              <a:lumMod val="90000"/>
            </a:schemeClr>
          </a:solidFill>
          <a:ln w="25400">
            <a:solidFill>
              <a:schemeClr val="accent2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9C20DC28-B243-29AE-FEFC-6D815CCED1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9788" y="3375836"/>
            <a:ext cx="3344586" cy="2572611"/>
          </a:xfrm>
        </p:spPr>
        <p:txBody>
          <a:bodyPr/>
          <a:lstStyle>
            <a:lvl1pPr marL="0" indent="0">
              <a:lnSpc>
                <a:spcPct val="160000"/>
              </a:lnSpc>
              <a:buNone/>
              <a:defRPr sz="1100" baseline="0">
                <a:solidFill>
                  <a:schemeClr val="bg1"/>
                </a:solidFill>
              </a:defRPr>
            </a:lvl1pPr>
            <a:lvl2pPr>
              <a:defRPr sz="800"/>
            </a:lvl2pPr>
            <a:lvl3pPr>
              <a:defRPr sz="600"/>
            </a:lvl3pPr>
            <a:lvl4pPr>
              <a:defRPr sz="500"/>
            </a:lvl4pPr>
            <a:lvl5pPr>
              <a:defRPr sz="400"/>
            </a:lvl5pPr>
          </a:lstStyle>
          <a:p>
            <a:pPr lvl="0"/>
            <a:r>
              <a:rPr lang="en-US"/>
              <a:t>Additional info here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3BF56D5B-7346-4150-6E4F-B26A4D8A38F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494950" y="1613662"/>
            <a:ext cx="2883989" cy="1203767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900">
                <a:solidFill>
                  <a:schemeClr val="bg1"/>
                </a:solidFill>
              </a:defRPr>
            </a:lvl1pPr>
            <a:lvl2pPr>
              <a:defRPr sz="800"/>
            </a:lvl2pPr>
            <a:lvl3pPr>
              <a:defRPr sz="600"/>
            </a:lvl3pPr>
            <a:lvl4pPr>
              <a:defRPr sz="500"/>
            </a:lvl4pPr>
            <a:lvl5pPr>
              <a:defRPr sz="400"/>
            </a:lvl5pPr>
          </a:lstStyle>
          <a:p>
            <a:r>
              <a:rPr lang="en-US"/>
              <a:t>Add skills here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7E4C3D9-7B2B-9910-BCAD-1D3001656AE0}"/>
              </a:ext>
            </a:extLst>
          </p:cNvPr>
          <p:cNvSpPr/>
          <p:nvPr userDrawn="1"/>
        </p:nvSpPr>
        <p:spPr>
          <a:xfrm>
            <a:off x="9016229" y="3596963"/>
            <a:ext cx="1156447" cy="7200"/>
          </a:xfrm>
          <a:prstGeom prst="rect">
            <a:avLst/>
          </a:prstGeom>
          <a:gradFill>
            <a:gsLst>
              <a:gs pos="10000">
                <a:srgbClr val="0A0114"/>
              </a:gs>
              <a:gs pos="100000">
                <a:srgbClr val="0D8EF9"/>
              </a:gs>
              <a:gs pos="100000">
                <a:srgbClr val="2458E9"/>
              </a:gs>
              <a:gs pos="77000">
                <a:srgbClr val="3A00A5"/>
              </a:gs>
            </a:gsLst>
            <a:lin ang="54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F501D070-69FD-0B05-C17E-DBBAE9BA21A5}"/>
              </a:ext>
            </a:extLst>
          </p:cNvPr>
          <p:cNvSpPr txBox="1">
            <a:spLocks/>
          </p:cNvSpPr>
          <p:nvPr userDrawn="1"/>
        </p:nvSpPr>
        <p:spPr>
          <a:xfrm>
            <a:off x="8247923" y="489323"/>
            <a:ext cx="2755288" cy="612428"/>
          </a:xfrm>
          <a:prstGeom prst="rect">
            <a:avLst/>
          </a:prstGeom>
        </p:spPr>
        <p:txBody>
          <a:bodyPr vert="horz" lIns="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000">
                <a:solidFill>
                  <a:schemeClr val="bg1"/>
                </a:solidFill>
              </a:rPr>
              <a:t>BIOGRAPHY</a:t>
            </a:r>
            <a:endParaRPr lang="en-US" sz="3000">
              <a:solidFill>
                <a:schemeClr val="bg1"/>
              </a:solidFill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9DCA0D1C-E736-E40D-0BDE-F71074BF58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1229" y="763400"/>
            <a:ext cx="2424527" cy="227913"/>
          </a:xfrm>
        </p:spPr>
        <p:txBody>
          <a:bodyPr anchor="t">
            <a:noAutofit/>
          </a:bodyPr>
          <a:lstStyle>
            <a:lvl1pPr>
              <a:defRPr sz="1100" b="1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Add name here</a:t>
            </a:r>
            <a:endParaRPr lang="en-US"/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C7705360-C066-C8DE-648A-113A29725ECB}"/>
              </a:ext>
            </a:extLst>
          </p:cNvPr>
          <p:cNvSpPr/>
          <p:nvPr userDrawn="1"/>
        </p:nvSpPr>
        <p:spPr>
          <a:xfrm>
            <a:off x="8644158" y="1233487"/>
            <a:ext cx="3095413" cy="5178887"/>
          </a:xfrm>
          <a:prstGeom prst="roundRect">
            <a:avLst>
              <a:gd name="adj" fmla="val 0"/>
            </a:avLst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01BC820-204C-8F89-011B-68B1D03264E5}"/>
              </a:ext>
            </a:extLst>
          </p:cNvPr>
          <p:cNvSpPr/>
          <p:nvPr userDrawn="1"/>
        </p:nvSpPr>
        <p:spPr>
          <a:xfrm>
            <a:off x="5375920" y="1233487"/>
            <a:ext cx="3095413" cy="1668739"/>
          </a:xfrm>
          <a:prstGeom prst="roundRect">
            <a:avLst>
              <a:gd name="adj" fmla="val 0"/>
            </a:avLst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1F57357-1A10-D83D-CC33-001B4E871F6E}"/>
              </a:ext>
            </a:extLst>
          </p:cNvPr>
          <p:cNvSpPr/>
          <p:nvPr userDrawn="1"/>
        </p:nvSpPr>
        <p:spPr>
          <a:xfrm>
            <a:off x="5375920" y="2996952"/>
            <a:ext cx="3095413" cy="1668739"/>
          </a:xfrm>
          <a:prstGeom prst="roundRect">
            <a:avLst>
              <a:gd name="adj" fmla="val 0"/>
            </a:avLst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A31902D0-4226-5744-60C1-A4C90105C9EB}"/>
              </a:ext>
            </a:extLst>
          </p:cNvPr>
          <p:cNvSpPr/>
          <p:nvPr userDrawn="1"/>
        </p:nvSpPr>
        <p:spPr>
          <a:xfrm>
            <a:off x="5375920" y="4745022"/>
            <a:ext cx="3095413" cy="1668739"/>
          </a:xfrm>
          <a:prstGeom prst="roundRect">
            <a:avLst>
              <a:gd name="adj" fmla="val 0"/>
            </a:avLst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CBC8823-00FA-FD35-FDE6-F0DB161936F5}"/>
              </a:ext>
            </a:extLst>
          </p:cNvPr>
          <p:cNvSpPr txBox="1"/>
          <p:nvPr userDrawn="1"/>
        </p:nvSpPr>
        <p:spPr>
          <a:xfrm>
            <a:off x="5375920" y="4785554"/>
            <a:ext cx="1858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>
                <a:solidFill>
                  <a:schemeClr val="bg1"/>
                </a:solidFill>
              </a:rPr>
              <a:t>Experience: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366FECA-74B9-8B94-F793-46430C1D9E25}"/>
              </a:ext>
            </a:extLst>
          </p:cNvPr>
          <p:cNvSpPr txBox="1"/>
          <p:nvPr userDrawn="1"/>
        </p:nvSpPr>
        <p:spPr>
          <a:xfrm>
            <a:off x="5375920" y="3027097"/>
            <a:ext cx="1858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>
                <a:solidFill>
                  <a:schemeClr val="bg1"/>
                </a:solidFill>
              </a:rPr>
              <a:t>Technologies: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0E3CEE5-A4E4-8956-F1CC-48B6FEA4FC82}"/>
              </a:ext>
            </a:extLst>
          </p:cNvPr>
          <p:cNvSpPr txBox="1"/>
          <p:nvPr userDrawn="1"/>
        </p:nvSpPr>
        <p:spPr>
          <a:xfrm>
            <a:off x="5375920" y="1253688"/>
            <a:ext cx="1858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>
                <a:solidFill>
                  <a:schemeClr val="bg1"/>
                </a:solidFill>
              </a:rPr>
              <a:t>Tech Skills: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9D1A232-B90A-F5D9-8C8D-CC9B27891AAD}"/>
              </a:ext>
            </a:extLst>
          </p:cNvPr>
          <p:cNvSpPr txBox="1"/>
          <p:nvPr userDrawn="1"/>
        </p:nvSpPr>
        <p:spPr>
          <a:xfrm>
            <a:off x="8661394" y="1253688"/>
            <a:ext cx="1858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>
                <a:solidFill>
                  <a:schemeClr val="bg1"/>
                </a:solidFill>
              </a:rPr>
              <a:t>AWS Certificates: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71C58B5C-1021-E28D-1322-2A248218686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494950" y="3356992"/>
            <a:ext cx="2883989" cy="1203767"/>
          </a:xfrm>
        </p:spPr>
        <p:txBody>
          <a:bodyPr/>
          <a:lstStyle>
            <a:lvl1pPr marL="0" indent="0">
              <a:lnSpc>
                <a:spcPct val="130000"/>
              </a:lnSpc>
              <a:buNone/>
              <a:defRPr sz="900">
                <a:solidFill>
                  <a:schemeClr val="bg1"/>
                </a:solidFill>
              </a:defRPr>
            </a:lvl1pPr>
            <a:lvl2pPr>
              <a:defRPr sz="800"/>
            </a:lvl2pPr>
            <a:lvl3pPr>
              <a:defRPr sz="600"/>
            </a:lvl3pPr>
            <a:lvl4pPr>
              <a:defRPr sz="500"/>
            </a:lvl4pPr>
            <a:lvl5pPr>
              <a:defRPr sz="400"/>
            </a:lvl5pPr>
          </a:lstStyle>
          <a:p>
            <a:r>
              <a:rPr lang="en-US"/>
              <a:t>Add technologies here</a:t>
            </a:r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28BE3880-9862-78D5-C928-40C1685D872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494950" y="5118556"/>
            <a:ext cx="2883989" cy="1203767"/>
          </a:xfrm>
        </p:spPr>
        <p:txBody>
          <a:bodyPr/>
          <a:lstStyle>
            <a:lvl1pPr marL="0" indent="0">
              <a:lnSpc>
                <a:spcPct val="130000"/>
              </a:lnSpc>
              <a:buNone/>
              <a:defRPr sz="900">
                <a:solidFill>
                  <a:schemeClr val="bg1"/>
                </a:solidFill>
              </a:defRPr>
            </a:lvl1pPr>
            <a:lvl2pPr>
              <a:defRPr sz="800"/>
            </a:lvl2pPr>
            <a:lvl3pPr>
              <a:defRPr sz="600"/>
            </a:lvl3pPr>
            <a:lvl4pPr>
              <a:defRPr sz="500"/>
            </a:lvl4pPr>
            <a:lvl5pPr>
              <a:defRPr sz="400"/>
            </a:lvl5pPr>
          </a:lstStyle>
          <a:p>
            <a:r>
              <a:rPr lang="en-US"/>
              <a:t>Add experience here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11578D5-1712-5226-BBF6-34CC9065A8C0}"/>
              </a:ext>
            </a:extLst>
          </p:cNvPr>
          <p:cNvSpPr/>
          <p:nvPr userDrawn="1"/>
        </p:nvSpPr>
        <p:spPr>
          <a:xfrm>
            <a:off x="839416" y="5894542"/>
            <a:ext cx="2197698" cy="45719"/>
          </a:xfrm>
          <a:prstGeom prst="rect">
            <a:avLst/>
          </a:prstGeom>
          <a:gradFill>
            <a:gsLst>
              <a:gs pos="10000">
                <a:srgbClr val="0A0114"/>
              </a:gs>
              <a:gs pos="100000">
                <a:srgbClr val="0D8EF9"/>
              </a:gs>
              <a:gs pos="100000">
                <a:srgbClr val="2458E9"/>
              </a:gs>
              <a:gs pos="77000">
                <a:srgbClr val="3A00A5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4" name="Picture Placeholder 2">
            <a:extLst>
              <a:ext uri="{FF2B5EF4-FFF2-40B4-BE49-F238E27FC236}">
                <a16:creationId xmlns:a16="http://schemas.microsoft.com/office/drawing/2014/main" id="{7D8C1A99-1551-EDB2-B223-B16A921EE037}"/>
              </a:ext>
            </a:extLst>
          </p:cNvPr>
          <p:cNvSpPr>
            <a:spLocks noGrp="1"/>
          </p:cNvSpPr>
          <p:nvPr>
            <p:ph type="pic" idx="38" hasCustomPrompt="1"/>
          </p:nvPr>
        </p:nvSpPr>
        <p:spPr>
          <a:xfrm>
            <a:off x="8886094" y="1801906"/>
            <a:ext cx="1266436" cy="1143000"/>
          </a:xfrm>
          <a:noFill/>
          <a:ln w="25400">
            <a:noFill/>
          </a:ln>
        </p:spPr>
        <p:txBody>
          <a:bodyPr anchor="ctr"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AWS CERT</a:t>
            </a:r>
          </a:p>
        </p:txBody>
      </p:sp>
      <p:sp>
        <p:nvSpPr>
          <p:cNvPr id="37" name="Picture Placeholder 2">
            <a:extLst>
              <a:ext uri="{FF2B5EF4-FFF2-40B4-BE49-F238E27FC236}">
                <a16:creationId xmlns:a16="http://schemas.microsoft.com/office/drawing/2014/main" id="{834561C8-1B0A-8707-B927-D1B0F52F6760}"/>
              </a:ext>
            </a:extLst>
          </p:cNvPr>
          <p:cNvSpPr>
            <a:spLocks noGrp="1"/>
          </p:cNvSpPr>
          <p:nvPr>
            <p:ph type="pic" idx="40" hasCustomPrompt="1"/>
          </p:nvPr>
        </p:nvSpPr>
        <p:spPr>
          <a:xfrm>
            <a:off x="8886094" y="3119509"/>
            <a:ext cx="1266436" cy="1143000"/>
          </a:xfrm>
          <a:noFill/>
          <a:ln w="25400">
            <a:noFill/>
          </a:ln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ADD AWS CERT</a:t>
            </a:r>
          </a:p>
          <a:p>
            <a:endParaRPr lang="en-US"/>
          </a:p>
        </p:txBody>
      </p:sp>
      <p:sp>
        <p:nvSpPr>
          <p:cNvPr id="39" name="Picture Placeholder 2">
            <a:extLst>
              <a:ext uri="{FF2B5EF4-FFF2-40B4-BE49-F238E27FC236}">
                <a16:creationId xmlns:a16="http://schemas.microsoft.com/office/drawing/2014/main" id="{508016C0-A43E-8785-D2AD-A0471C6E83CE}"/>
              </a:ext>
            </a:extLst>
          </p:cNvPr>
          <p:cNvSpPr>
            <a:spLocks noGrp="1"/>
          </p:cNvSpPr>
          <p:nvPr>
            <p:ph type="pic" idx="42" hasCustomPrompt="1"/>
          </p:nvPr>
        </p:nvSpPr>
        <p:spPr>
          <a:xfrm>
            <a:off x="8886094" y="4437112"/>
            <a:ext cx="1266436" cy="1143000"/>
          </a:xfrm>
          <a:noFill/>
          <a:ln w="25400">
            <a:noFill/>
          </a:ln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ADD AWS CERT</a:t>
            </a:r>
          </a:p>
          <a:p>
            <a:endParaRPr lang="en-US"/>
          </a:p>
        </p:txBody>
      </p:sp>
      <p:sp>
        <p:nvSpPr>
          <p:cNvPr id="42" name="Picture Placeholder 2">
            <a:extLst>
              <a:ext uri="{FF2B5EF4-FFF2-40B4-BE49-F238E27FC236}">
                <a16:creationId xmlns:a16="http://schemas.microsoft.com/office/drawing/2014/main" id="{14FFBB6C-B938-50AB-6CD1-FB7B006F8828}"/>
              </a:ext>
            </a:extLst>
          </p:cNvPr>
          <p:cNvSpPr>
            <a:spLocks noGrp="1"/>
          </p:cNvSpPr>
          <p:nvPr>
            <p:ph type="pic" idx="43" hasCustomPrompt="1"/>
          </p:nvPr>
        </p:nvSpPr>
        <p:spPr>
          <a:xfrm>
            <a:off x="10272464" y="1801906"/>
            <a:ext cx="1266436" cy="1143000"/>
          </a:xfrm>
          <a:noFill/>
          <a:ln w="25400">
            <a:noFill/>
          </a:ln>
        </p:spPr>
        <p:txBody>
          <a:bodyPr anchor="ctr"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AWS CERT</a:t>
            </a:r>
          </a:p>
        </p:txBody>
      </p:sp>
      <p:sp>
        <p:nvSpPr>
          <p:cNvPr id="43" name="Picture Placeholder 2">
            <a:extLst>
              <a:ext uri="{FF2B5EF4-FFF2-40B4-BE49-F238E27FC236}">
                <a16:creationId xmlns:a16="http://schemas.microsoft.com/office/drawing/2014/main" id="{9B3CB5E3-249E-0E27-2FC3-AEA2E8DF3401}"/>
              </a:ext>
            </a:extLst>
          </p:cNvPr>
          <p:cNvSpPr>
            <a:spLocks noGrp="1"/>
          </p:cNvSpPr>
          <p:nvPr>
            <p:ph type="pic" idx="44" hasCustomPrompt="1"/>
          </p:nvPr>
        </p:nvSpPr>
        <p:spPr>
          <a:xfrm>
            <a:off x="10272464" y="3119509"/>
            <a:ext cx="1266436" cy="1143000"/>
          </a:xfrm>
          <a:noFill/>
          <a:ln w="25400">
            <a:noFill/>
          </a:ln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ADD AWS CERT</a:t>
            </a:r>
          </a:p>
          <a:p>
            <a:endParaRPr lang="en-US"/>
          </a:p>
        </p:txBody>
      </p:sp>
      <p:sp>
        <p:nvSpPr>
          <p:cNvPr id="47" name="Picture Placeholder 2">
            <a:extLst>
              <a:ext uri="{FF2B5EF4-FFF2-40B4-BE49-F238E27FC236}">
                <a16:creationId xmlns:a16="http://schemas.microsoft.com/office/drawing/2014/main" id="{CFD432E8-50F2-6811-C1B8-927B8A473C6C}"/>
              </a:ext>
            </a:extLst>
          </p:cNvPr>
          <p:cNvSpPr>
            <a:spLocks noGrp="1"/>
          </p:cNvSpPr>
          <p:nvPr>
            <p:ph type="pic" idx="45" hasCustomPrompt="1"/>
          </p:nvPr>
        </p:nvSpPr>
        <p:spPr>
          <a:xfrm>
            <a:off x="10272464" y="4437112"/>
            <a:ext cx="1266436" cy="1143000"/>
          </a:xfrm>
          <a:noFill/>
          <a:ln w="25400">
            <a:noFill/>
          </a:ln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ADD AWS CERT</a:t>
            </a:r>
          </a:p>
          <a:p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434F907-CC30-83C9-FFA4-A76EBA87CA52}"/>
              </a:ext>
            </a:extLst>
          </p:cNvPr>
          <p:cNvGrpSpPr/>
          <p:nvPr userDrawn="1"/>
        </p:nvGrpSpPr>
        <p:grpSpPr>
          <a:xfrm>
            <a:off x="10637474" y="580264"/>
            <a:ext cx="1116884" cy="334890"/>
            <a:chOff x="251767" y="421854"/>
            <a:chExt cx="1356455" cy="406725"/>
          </a:xfrm>
        </p:grpSpPr>
        <p:pic>
          <p:nvPicPr>
            <p:cNvPr id="30" name="Picture 29" descr="A black and white logo&#10;&#10;Description automatically generated">
              <a:extLst>
                <a:ext uri="{FF2B5EF4-FFF2-40B4-BE49-F238E27FC236}">
                  <a16:creationId xmlns:a16="http://schemas.microsoft.com/office/drawing/2014/main" id="{F058EFD1-CC41-C2EA-2034-58B46C50BB8C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/>
            <a:srcRect l="35713"/>
            <a:stretch/>
          </p:blipFill>
          <p:spPr>
            <a:xfrm>
              <a:off x="742520" y="438556"/>
              <a:ext cx="865702" cy="366010"/>
            </a:xfrm>
            <a:prstGeom prst="rect">
              <a:avLst/>
            </a:prstGeom>
          </p:spPr>
        </p:pic>
        <p:pic>
          <p:nvPicPr>
            <p:cNvPr id="36" name="Picture 35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2AC9957A-57DB-1A79-E379-064E09C01D3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/>
            <a:srcRect r="78165"/>
            <a:stretch/>
          </p:blipFill>
          <p:spPr>
            <a:xfrm>
              <a:off x="251767" y="421854"/>
              <a:ext cx="494192" cy="406725"/>
            </a:xfrm>
            <a:prstGeom prst="rect">
              <a:avLst/>
            </a:prstGeom>
          </p:spPr>
        </p:pic>
      </p:grp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EFB10B1B-EB9E-706A-EC8D-F17DA38CE000}"/>
              </a:ext>
            </a:extLst>
          </p:cNvPr>
          <p:cNvCxnSpPr>
            <a:cxnSpLocks/>
          </p:cNvCxnSpPr>
          <p:nvPr userDrawn="1"/>
        </p:nvCxnSpPr>
        <p:spPr>
          <a:xfrm>
            <a:off x="5375920" y="1512373"/>
            <a:ext cx="656285" cy="0"/>
          </a:xfrm>
          <a:prstGeom prst="line">
            <a:avLst/>
          </a:prstGeom>
          <a:ln w="95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EE425E77-64B7-4A33-0F12-CBD347B8CFF8}"/>
              </a:ext>
            </a:extLst>
          </p:cNvPr>
          <p:cNvCxnSpPr>
            <a:cxnSpLocks/>
          </p:cNvCxnSpPr>
          <p:nvPr userDrawn="1"/>
        </p:nvCxnSpPr>
        <p:spPr>
          <a:xfrm>
            <a:off x="5375920" y="3283037"/>
            <a:ext cx="656285" cy="0"/>
          </a:xfrm>
          <a:prstGeom prst="line">
            <a:avLst/>
          </a:prstGeom>
          <a:ln w="95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892029DA-9B67-A90B-652C-491233B357B4}"/>
              </a:ext>
            </a:extLst>
          </p:cNvPr>
          <p:cNvCxnSpPr>
            <a:cxnSpLocks/>
          </p:cNvCxnSpPr>
          <p:nvPr userDrawn="1"/>
        </p:nvCxnSpPr>
        <p:spPr>
          <a:xfrm>
            <a:off x="8639115" y="1512373"/>
            <a:ext cx="656285" cy="0"/>
          </a:xfrm>
          <a:prstGeom prst="line">
            <a:avLst/>
          </a:prstGeom>
          <a:ln w="95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74D6118E-7607-A016-4DC1-8895F1242879}"/>
              </a:ext>
            </a:extLst>
          </p:cNvPr>
          <p:cNvCxnSpPr>
            <a:cxnSpLocks/>
          </p:cNvCxnSpPr>
          <p:nvPr userDrawn="1"/>
        </p:nvCxnSpPr>
        <p:spPr>
          <a:xfrm>
            <a:off x="855847" y="1004414"/>
            <a:ext cx="656285" cy="0"/>
          </a:xfrm>
          <a:prstGeom prst="line">
            <a:avLst/>
          </a:prstGeom>
          <a:ln w="95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 Placeholder 14">
            <a:extLst>
              <a:ext uri="{FF2B5EF4-FFF2-40B4-BE49-F238E27FC236}">
                <a16:creationId xmlns:a16="http://schemas.microsoft.com/office/drawing/2014/main" id="{C0A30437-59DD-2C22-DE5F-C1452C30C890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55368" y="1009484"/>
            <a:ext cx="2883989" cy="204009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900">
                <a:solidFill>
                  <a:schemeClr val="bg1"/>
                </a:solidFill>
              </a:defRPr>
            </a:lvl1pPr>
            <a:lvl2pPr>
              <a:defRPr sz="800"/>
            </a:lvl2pPr>
            <a:lvl3pPr>
              <a:defRPr sz="600"/>
            </a:lvl3pPr>
            <a:lvl4pPr>
              <a:defRPr sz="500"/>
            </a:lvl4pPr>
            <a:lvl5pPr>
              <a:defRPr sz="400"/>
            </a:lvl5pPr>
          </a:lstStyle>
          <a:p>
            <a:r>
              <a:rPr lang="en-US"/>
              <a:t>Add skills here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55277649-5F14-18BC-EBDD-1517B9491526}"/>
              </a:ext>
            </a:extLst>
          </p:cNvPr>
          <p:cNvSpPr/>
          <p:nvPr userDrawn="1"/>
        </p:nvSpPr>
        <p:spPr>
          <a:xfrm>
            <a:off x="-12691872" y="-5214326"/>
            <a:ext cx="12691872" cy="18873216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1521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0" userDrawn="1">
          <p15:clr>
            <a:srgbClr val="FBAE40"/>
          </p15:clr>
        </p15:guide>
        <p15:guide id="2" orient="horz" pos="1729" userDrawn="1">
          <p15:clr>
            <a:srgbClr val="FBAE40"/>
          </p15:clr>
        </p15:guide>
        <p15:guide id="3" pos="3318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6C5A4A7-051C-21C7-7B82-6849974E533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rgbClr val="0A0114"/>
              </a:gs>
              <a:gs pos="100000">
                <a:srgbClr val="0D8EF9"/>
              </a:gs>
              <a:gs pos="100000">
                <a:srgbClr val="2458E9"/>
              </a:gs>
              <a:gs pos="77000">
                <a:srgbClr val="3A00A5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A03A43B5-7A72-EAAD-4AC9-08DE781A794D}"/>
              </a:ext>
            </a:extLst>
          </p:cNvPr>
          <p:cNvSpPr/>
          <p:nvPr userDrawn="1"/>
        </p:nvSpPr>
        <p:spPr>
          <a:xfrm>
            <a:off x="-5084061" y="36576"/>
            <a:ext cx="14435719" cy="6885384"/>
          </a:xfrm>
          <a:custGeom>
            <a:avLst/>
            <a:gdLst>
              <a:gd name="connsiteX0" fmla="*/ 75435 w 14435719"/>
              <a:gd name="connsiteY0" fmla="*/ 0 h 6885384"/>
              <a:gd name="connsiteX1" fmla="*/ 12196316 w 14435719"/>
              <a:gd name="connsiteY1" fmla="*/ 0 h 6885384"/>
              <a:gd name="connsiteX2" fmla="*/ 14119490 w 14435719"/>
              <a:gd name="connsiteY2" fmla="*/ 2629491 h 6885384"/>
              <a:gd name="connsiteX3" fmla="*/ 14339688 w 14435719"/>
              <a:gd name="connsiteY3" fmla="*/ 3050976 h 6885384"/>
              <a:gd name="connsiteX4" fmla="*/ 14345501 w 14435719"/>
              <a:gd name="connsiteY4" fmla="*/ 3071143 h 6885384"/>
              <a:gd name="connsiteX5" fmla="*/ 14352553 w 14435719"/>
              <a:gd name="connsiteY5" fmla="*/ 3089154 h 6885384"/>
              <a:gd name="connsiteX6" fmla="*/ 14111634 w 14435719"/>
              <a:gd name="connsiteY6" fmla="*/ 4554432 h 6885384"/>
              <a:gd name="connsiteX7" fmla="*/ 12333586 w 14435719"/>
              <a:gd name="connsiteY7" fmla="*/ 6885384 h 6885384"/>
              <a:gd name="connsiteX8" fmla="*/ 0 w 14435719"/>
              <a:gd name="connsiteY8" fmla="*/ 6885384 h 6885384"/>
              <a:gd name="connsiteX9" fmla="*/ 0 w 14435719"/>
              <a:gd name="connsiteY9" fmla="*/ 481677 h 6885384"/>
              <a:gd name="connsiteX10" fmla="*/ 70983 w 14435719"/>
              <a:gd name="connsiteY10" fmla="*/ 12162 h 6885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435719" h="6885384">
                <a:moveTo>
                  <a:pt x="75435" y="0"/>
                </a:moveTo>
                <a:lnTo>
                  <a:pt x="12196316" y="0"/>
                </a:lnTo>
                <a:lnTo>
                  <a:pt x="14119490" y="2629491"/>
                </a:lnTo>
                <a:cubicBezTo>
                  <a:pt x="14216150" y="2761652"/>
                  <a:pt x="14289291" y="2903813"/>
                  <a:pt x="14339688" y="3050976"/>
                </a:cubicBezTo>
                <a:lnTo>
                  <a:pt x="14345501" y="3071143"/>
                </a:lnTo>
                <a:lnTo>
                  <a:pt x="14352553" y="3089154"/>
                </a:lnTo>
                <a:cubicBezTo>
                  <a:pt x="14514630" y="3570168"/>
                  <a:pt x="14442651" y="4120480"/>
                  <a:pt x="14111634" y="4554432"/>
                </a:cubicBezTo>
                <a:lnTo>
                  <a:pt x="12333586" y="6885384"/>
                </a:lnTo>
                <a:lnTo>
                  <a:pt x="0" y="6885384"/>
                </a:lnTo>
                <a:lnTo>
                  <a:pt x="0" y="481677"/>
                </a:lnTo>
                <a:cubicBezTo>
                  <a:pt x="0" y="318177"/>
                  <a:pt x="24852" y="160482"/>
                  <a:pt x="70983" y="12162"/>
                </a:cubicBezTo>
                <a:close/>
              </a:path>
            </a:pathLst>
          </a:custGeom>
          <a:gradFill>
            <a:gsLst>
              <a:gs pos="34000">
                <a:srgbClr val="000003"/>
              </a:gs>
              <a:gs pos="76000">
                <a:srgbClr val="4B02D2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D526429-9ECB-6973-97A1-B6CF716436F3}"/>
              </a:ext>
            </a:extLst>
          </p:cNvPr>
          <p:cNvSpPr/>
          <p:nvPr userDrawn="1"/>
        </p:nvSpPr>
        <p:spPr>
          <a:xfrm>
            <a:off x="-12852293" y="-5214326"/>
            <a:ext cx="12691872" cy="18873216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BFD4DA-6C6B-22C6-BEE2-DF44D3827A2E}"/>
              </a:ext>
            </a:extLst>
          </p:cNvPr>
          <p:cNvSpPr/>
          <p:nvPr userDrawn="1"/>
        </p:nvSpPr>
        <p:spPr>
          <a:xfrm>
            <a:off x="0" y="0"/>
            <a:ext cx="12192000" cy="685800"/>
          </a:xfrm>
          <a:prstGeom prst="rect">
            <a:avLst/>
          </a:prstGeom>
          <a:gradFill>
            <a:gsLst>
              <a:gs pos="98000">
                <a:srgbClr val="0A0114"/>
              </a:gs>
              <a:gs pos="21000">
                <a:srgbClr val="2458E9"/>
              </a:gs>
              <a:gs pos="77000">
                <a:srgbClr val="3A00A5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521764-483E-14D5-3A6D-E18C901CA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C3D4B-66AD-BD4F-A02E-AAB05C1C2786}" type="datetime1">
              <a:rPr lang="en-GB" smtClean="0"/>
              <a:t>16/05/2024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8E3ADD-0630-7B24-45A5-EFE95C413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86CB18-6783-F595-5705-1209F0B24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2271" y="6275668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62408D0-DD37-1B4F-8C60-478A1B0FE8E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8553EDD-1CEF-4712-026F-70E4E69317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78165"/>
          <a:stretch/>
        </p:blipFill>
        <p:spPr>
          <a:xfrm>
            <a:off x="239188" y="199213"/>
            <a:ext cx="410898" cy="338174"/>
          </a:xfrm>
          <a:prstGeom prst="rect">
            <a:avLst/>
          </a:prstGeom>
        </p:spPr>
      </p:pic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B2BCBA91-30F7-42A2-47E4-1E693409EF2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68353" y="92215"/>
            <a:ext cx="9170427" cy="512763"/>
          </a:xfrm>
        </p:spPr>
        <p:txBody>
          <a:bodyPr anchor="ctr"/>
          <a:lstStyle>
            <a:lvl1pPr marL="0" indent="0">
              <a:lnSpc>
                <a:spcPct val="140000"/>
              </a:lnSpc>
              <a:buNone/>
              <a:defRPr sz="1200" spc="0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00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GB"/>
              <a:t>SUBJECT HEADING</a:t>
            </a:r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FB94B98-D385-5F6A-DDDF-D7480E354429}"/>
              </a:ext>
            </a:extLst>
          </p:cNvPr>
          <p:cNvSpPr/>
          <p:nvPr userDrawn="1"/>
        </p:nvSpPr>
        <p:spPr>
          <a:xfrm>
            <a:off x="0" y="6718852"/>
            <a:ext cx="12192000" cy="175239"/>
          </a:xfrm>
          <a:prstGeom prst="rect">
            <a:avLst/>
          </a:prstGeom>
          <a:gradFill>
            <a:gsLst>
              <a:gs pos="98000">
                <a:srgbClr val="0A0114"/>
              </a:gs>
              <a:gs pos="21000">
                <a:srgbClr val="2458E9"/>
              </a:gs>
              <a:gs pos="77000">
                <a:srgbClr val="3A00A5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Media Placeholder 7">
            <a:extLst>
              <a:ext uri="{FF2B5EF4-FFF2-40B4-BE49-F238E27FC236}">
                <a16:creationId xmlns:a16="http://schemas.microsoft.com/office/drawing/2014/main" id="{D02C7187-B59E-1AE5-0441-B1EB4F1D5B9D}"/>
              </a:ext>
            </a:extLst>
          </p:cNvPr>
          <p:cNvSpPr>
            <a:spLocks noGrp="1"/>
          </p:cNvSpPr>
          <p:nvPr>
            <p:ph type="media" sz="quarter" idx="15"/>
          </p:nvPr>
        </p:nvSpPr>
        <p:spPr>
          <a:xfrm>
            <a:off x="1692088" y="1233488"/>
            <a:ext cx="8807824" cy="4989232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85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2" userDrawn="1">
          <p15:clr>
            <a:srgbClr val="FBAE40"/>
          </p15:clr>
        </p15:guide>
        <p15:guide id="2" orient="horz" pos="777" userDrawn="1">
          <p15:clr>
            <a:srgbClr val="FBAE40"/>
          </p15:clr>
        </p15:guide>
        <p15:guide id="3" pos="5927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statement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FBC9679-D618-88D2-0CFE-9AF56BD0D51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64000">
                <a:srgbClr val="0A0114"/>
              </a:gs>
              <a:gs pos="9000">
                <a:srgbClr val="3A00A5"/>
              </a:gs>
            </a:gsLst>
            <a:lin ang="108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1138663-3F46-A769-4053-9D9B04E2A771}"/>
              </a:ext>
            </a:extLst>
          </p:cNvPr>
          <p:cNvSpPr/>
          <p:nvPr userDrawn="1"/>
        </p:nvSpPr>
        <p:spPr>
          <a:xfrm>
            <a:off x="-2243719" y="-5032"/>
            <a:ext cx="14435719" cy="6885384"/>
          </a:xfrm>
          <a:custGeom>
            <a:avLst/>
            <a:gdLst>
              <a:gd name="connsiteX0" fmla="*/ 75435 w 14435719"/>
              <a:gd name="connsiteY0" fmla="*/ 0 h 6885384"/>
              <a:gd name="connsiteX1" fmla="*/ 12196316 w 14435719"/>
              <a:gd name="connsiteY1" fmla="*/ 0 h 6885384"/>
              <a:gd name="connsiteX2" fmla="*/ 14119490 w 14435719"/>
              <a:gd name="connsiteY2" fmla="*/ 2629491 h 6885384"/>
              <a:gd name="connsiteX3" fmla="*/ 14339688 w 14435719"/>
              <a:gd name="connsiteY3" fmla="*/ 3050976 h 6885384"/>
              <a:gd name="connsiteX4" fmla="*/ 14345501 w 14435719"/>
              <a:gd name="connsiteY4" fmla="*/ 3071143 h 6885384"/>
              <a:gd name="connsiteX5" fmla="*/ 14352553 w 14435719"/>
              <a:gd name="connsiteY5" fmla="*/ 3089154 h 6885384"/>
              <a:gd name="connsiteX6" fmla="*/ 14111634 w 14435719"/>
              <a:gd name="connsiteY6" fmla="*/ 4554432 h 6885384"/>
              <a:gd name="connsiteX7" fmla="*/ 12333586 w 14435719"/>
              <a:gd name="connsiteY7" fmla="*/ 6885384 h 6885384"/>
              <a:gd name="connsiteX8" fmla="*/ 0 w 14435719"/>
              <a:gd name="connsiteY8" fmla="*/ 6885384 h 6885384"/>
              <a:gd name="connsiteX9" fmla="*/ 0 w 14435719"/>
              <a:gd name="connsiteY9" fmla="*/ 481677 h 6885384"/>
              <a:gd name="connsiteX10" fmla="*/ 70983 w 14435719"/>
              <a:gd name="connsiteY10" fmla="*/ 12162 h 6885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435719" h="6885384">
                <a:moveTo>
                  <a:pt x="75435" y="0"/>
                </a:moveTo>
                <a:lnTo>
                  <a:pt x="12196316" y="0"/>
                </a:lnTo>
                <a:lnTo>
                  <a:pt x="14119490" y="2629491"/>
                </a:lnTo>
                <a:cubicBezTo>
                  <a:pt x="14216150" y="2761652"/>
                  <a:pt x="14289291" y="2903813"/>
                  <a:pt x="14339688" y="3050976"/>
                </a:cubicBezTo>
                <a:lnTo>
                  <a:pt x="14345501" y="3071143"/>
                </a:lnTo>
                <a:lnTo>
                  <a:pt x="14352553" y="3089154"/>
                </a:lnTo>
                <a:cubicBezTo>
                  <a:pt x="14514630" y="3570168"/>
                  <a:pt x="14442651" y="4120480"/>
                  <a:pt x="14111634" y="4554432"/>
                </a:cubicBezTo>
                <a:lnTo>
                  <a:pt x="12333586" y="6885384"/>
                </a:lnTo>
                <a:lnTo>
                  <a:pt x="0" y="6885384"/>
                </a:lnTo>
                <a:lnTo>
                  <a:pt x="0" y="481677"/>
                </a:lnTo>
                <a:cubicBezTo>
                  <a:pt x="0" y="318177"/>
                  <a:pt x="24852" y="160482"/>
                  <a:pt x="70983" y="12162"/>
                </a:cubicBezTo>
                <a:close/>
              </a:path>
            </a:pathLst>
          </a:custGeom>
          <a:gradFill>
            <a:gsLst>
              <a:gs pos="34000">
                <a:srgbClr val="000003"/>
              </a:gs>
              <a:gs pos="76000">
                <a:srgbClr val="4B02D2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18CEEC7B-FF27-7D18-63F6-A82C4E334FF3}"/>
              </a:ext>
            </a:extLst>
          </p:cNvPr>
          <p:cNvSpPr/>
          <p:nvPr userDrawn="1"/>
        </p:nvSpPr>
        <p:spPr>
          <a:xfrm>
            <a:off x="-6215644" y="-3968"/>
            <a:ext cx="14435719" cy="6885384"/>
          </a:xfrm>
          <a:custGeom>
            <a:avLst/>
            <a:gdLst>
              <a:gd name="connsiteX0" fmla="*/ 75435 w 14435719"/>
              <a:gd name="connsiteY0" fmla="*/ 0 h 6885384"/>
              <a:gd name="connsiteX1" fmla="*/ 12196316 w 14435719"/>
              <a:gd name="connsiteY1" fmla="*/ 0 h 6885384"/>
              <a:gd name="connsiteX2" fmla="*/ 14119490 w 14435719"/>
              <a:gd name="connsiteY2" fmla="*/ 2629491 h 6885384"/>
              <a:gd name="connsiteX3" fmla="*/ 14339688 w 14435719"/>
              <a:gd name="connsiteY3" fmla="*/ 3050976 h 6885384"/>
              <a:gd name="connsiteX4" fmla="*/ 14345501 w 14435719"/>
              <a:gd name="connsiteY4" fmla="*/ 3071143 h 6885384"/>
              <a:gd name="connsiteX5" fmla="*/ 14352553 w 14435719"/>
              <a:gd name="connsiteY5" fmla="*/ 3089154 h 6885384"/>
              <a:gd name="connsiteX6" fmla="*/ 14111634 w 14435719"/>
              <a:gd name="connsiteY6" fmla="*/ 4554432 h 6885384"/>
              <a:gd name="connsiteX7" fmla="*/ 12333586 w 14435719"/>
              <a:gd name="connsiteY7" fmla="*/ 6885384 h 6885384"/>
              <a:gd name="connsiteX8" fmla="*/ 0 w 14435719"/>
              <a:gd name="connsiteY8" fmla="*/ 6885384 h 6885384"/>
              <a:gd name="connsiteX9" fmla="*/ 0 w 14435719"/>
              <a:gd name="connsiteY9" fmla="*/ 481677 h 6885384"/>
              <a:gd name="connsiteX10" fmla="*/ 70983 w 14435719"/>
              <a:gd name="connsiteY10" fmla="*/ 12162 h 6885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435719" h="6885384">
                <a:moveTo>
                  <a:pt x="75435" y="0"/>
                </a:moveTo>
                <a:lnTo>
                  <a:pt x="12196316" y="0"/>
                </a:lnTo>
                <a:lnTo>
                  <a:pt x="14119490" y="2629491"/>
                </a:lnTo>
                <a:cubicBezTo>
                  <a:pt x="14216150" y="2761652"/>
                  <a:pt x="14289291" y="2903813"/>
                  <a:pt x="14339688" y="3050976"/>
                </a:cubicBezTo>
                <a:lnTo>
                  <a:pt x="14345501" y="3071143"/>
                </a:lnTo>
                <a:lnTo>
                  <a:pt x="14352553" y="3089154"/>
                </a:lnTo>
                <a:cubicBezTo>
                  <a:pt x="14514630" y="3570168"/>
                  <a:pt x="14442651" y="4120480"/>
                  <a:pt x="14111634" y="4554432"/>
                </a:cubicBezTo>
                <a:lnTo>
                  <a:pt x="12333586" y="6885384"/>
                </a:lnTo>
                <a:lnTo>
                  <a:pt x="0" y="6885384"/>
                </a:lnTo>
                <a:lnTo>
                  <a:pt x="0" y="481677"/>
                </a:lnTo>
                <a:cubicBezTo>
                  <a:pt x="0" y="318177"/>
                  <a:pt x="24852" y="160482"/>
                  <a:pt x="70983" y="12162"/>
                </a:cubicBezTo>
                <a:close/>
              </a:path>
            </a:pathLst>
          </a:custGeom>
          <a:gradFill>
            <a:gsLst>
              <a:gs pos="34000">
                <a:srgbClr val="000003"/>
              </a:gs>
              <a:gs pos="76000">
                <a:srgbClr val="4B02D2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CC469361-0E6E-8176-43FE-CD51F309BF3D}"/>
              </a:ext>
            </a:extLst>
          </p:cNvPr>
          <p:cNvSpPr/>
          <p:nvPr userDrawn="1"/>
        </p:nvSpPr>
        <p:spPr>
          <a:xfrm>
            <a:off x="-9816094" y="21432"/>
            <a:ext cx="14435719" cy="6885384"/>
          </a:xfrm>
          <a:custGeom>
            <a:avLst/>
            <a:gdLst>
              <a:gd name="connsiteX0" fmla="*/ 75435 w 14435719"/>
              <a:gd name="connsiteY0" fmla="*/ 0 h 6885384"/>
              <a:gd name="connsiteX1" fmla="*/ 12196316 w 14435719"/>
              <a:gd name="connsiteY1" fmla="*/ 0 h 6885384"/>
              <a:gd name="connsiteX2" fmla="*/ 14119490 w 14435719"/>
              <a:gd name="connsiteY2" fmla="*/ 2629491 h 6885384"/>
              <a:gd name="connsiteX3" fmla="*/ 14339688 w 14435719"/>
              <a:gd name="connsiteY3" fmla="*/ 3050976 h 6885384"/>
              <a:gd name="connsiteX4" fmla="*/ 14345501 w 14435719"/>
              <a:gd name="connsiteY4" fmla="*/ 3071143 h 6885384"/>
              <a:gd name="connsiteX5" fmla="*/ 14352553 w 14435719"/>
              <a:gd name="connsiteY5" fmla="*/ 3089154 h 6885384"/>
              <a:gd name="connsiteX6" fmla="*/ 14111634 w 14435719"/>
              <a:gd name="connsiteY6" fmla="*/ 4554432 h 6885384"/>
              <a:gd name="connsiteX7" fmla="*/ 12333586 w 14435719"/>
              <a:gd name="connsiteY7" fmla="*/ 6885384 h 6885384"/>
              <a:gd name="connsiteX8" fmla="*/ 0 w 14435719"/>
              <a:gd name="connsiteY8" fmla="*/ 6885384 h 6885384"/>
              <a:gd name="connsiteX9" fmla="*/ 0 w 14435719"/>
              <a:gd name="connsiteY9" fmla="*/ 481677 h 6885384"/>
              <a:gd name="connsiteX10" fmla="*/ 70983 w 14435719"/>
              <a:gd name="connsiteY10" fmla="*/ 12162 h 6885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435719" h="6885384">
                <a:moveTo>
                  <a:pt x="75435" y="0"/>
                </a:moveTo>
                <a:lnTo>
                  <a:pt x="12196316" y="0"/>
                </a:lnTo>
                <a:lnTo>
                  <a:pt x="14119490" y="2629491"/>
                </a:lnTo>
                <a:cubicBezTo>
                  <a:pt x="14216150" y="2761652"/>
                  <a:pt x="14289291" y="2903813"/>
                  <a:pt x="14339688" y="3050976"/>
                </a:cubicBezTo>
                <a:lnTo>
                  <a:pt x="14345501" y="3071143"/>
                </a:lnTo>
                <a:lnTo>
                  <a:pt x="14352553" y="3089154"/>
                </a:lnTo>
                <a:cubicBezTo>
                  <a:pt x="14514630" y="3570168"/>
                  <a:pt x="14442651" y="4120480"/>
                  <a:pt x="14111634" y="4554432"/>
                </a:cubicBezTo>
                <a:lnTo>
                  <a:pt x="12333586" y="6885384"/>
                </a:lnTo>
                <a:lnTo>
                  <a:pt x="0" y="6885384"/>
                </a:lnTo>
                <a:lnTo>
                  <a:pt x="0" y="481677"/>
                </a:lnTo>
                <a:cubicBezTo>
                  <a:pt x="0" y="318177"/>
                  <a:pt x="24852" y="160482"/>
                  <a:pt x="70983" y="12162"/>
                </a:cubicBezTo>
                <a:close/>
              </a:path>
            </a:pathLst>
          </a:custGeom>
          <a:gradFill>
            <a:gsLst>
              <a:gs pos="34000">
                <a:srgbClr val="000003"/>
              </a:gs>
              <a:gs pos="76000">
                <a:srgbClr val="4B02D2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521764-483E-14D5-3A6D-E18C901CA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706CD-1503-1345-A837-08DDEA81E541}" type="datetime1">
              <a:rPr lang="en-GB" smtClean="0"/>
              <a:t>16/05/2024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8E3ADD-0630-7B24-45A5-EFE95C413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20">
            <a:extLst>
              <a:ext uri="{FF2B5EF4-FFF2-40B4-BE49-F238E27FC236}">
                <a16:creationId xmlns:a16="http://schemas.microsoft.com/office/drawing/2014/main" id="{50C4C3A9-C629-0C36-BCDB-D58AD1A438B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832304" y="2568146"/>
            <a:ext cx="3081424" cy="392542"/>
          </a:xfrm>
        </p:spPr>
        <p:txBody>
          <a:bodyPr/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>
              <a:defRPr sz="11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900">
                <a:solidFill>
                  <a:schemeClr val="bg1"/>
                </a:solidFill>
              </a:defRPr>
            </a:lvl4pPr>
            <a:lvl5pP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text</a:t>
            </a:r>
            <a:endParaRPr lang="en-US"/>
          </a:p>
        </p:txBody>
      </p:sp>
      <p:sp>
        <p:nvSpPr>
          <p:cNvPr id="8" name="Text Placeholder 20">
            <a:extLst>
              <a:ext uri="{FF2B5EF4-FFF2-40B4-BE49-F238E27FC236}">
                <a16:creationId xmlns:a16="http://schemas.microsoft.com/office/drawing/2014/main" id="{A017AF29-AE2F-5149-CFF5-7B551E30D8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832304" y="3156559"/>
            <a:ext cx="3081424" cy="1169988"/>
          </a:xfrm>
        </p:spPr>
        <p:txBody>
          <a:bodyPr/>
          <a:lstStyle>
            <a:lvl1pPr>
              <a:lnSpc>
                <a:spcPct val="120000"/>
              </a:lnSpc>
              <a:defRPr sz="1200">
                <a:solidFill>
                  <a:schemeClr val="bg1"/>
                </a:solidFill>
              </a:defRPr>
            </a:lvl1pPr>
            <a:lvl2pPr>
              <a:lnSpc>
                <a:spcPct val="120000"/>
              </a:lnSpc>
              <a:defRPr sz="1050">
                <a:solidFill>
                  <a:schemeClr val="bg1"/>
                </a:solidFill>
              </a:defRPr>
            </a:lvl2pPr>
            <a:lvl3pPr>
              <a:lnSpc>
                <a:spcPct val="120000"/>
              </a:lnSpc>
              <a:defRPr sz="900">
                <a:solidFill>
                  <a:schemeClr val="bg1"/>
                </a:solidFill>
              </a:defRPr>
            </a:lvl3pPr>
            <a:lvl4pPr>
              <a:lnSpc>
                <a:spcPct val="120000"/>
              </a:lnSpc>
              <a:defRPr sz="800">
                <a:solidFill>
                  <a:schemeClr val="bg1"/>
                </a:solidFill>
              </a:defRPr>
            </a:lvl4pPr>
            <a:lvl5pPr>
              <a:lnSpc>
                <a:spcPct val="120000"/>
              </a:lnSpc>
              <a:defRPr sz="7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D350C35-F5DD-7135-97C8-91AAF8304076}"/>
              </a:ext>
            </a:extLst>
          </p:cNvPr>
          <p:cNvSpPr/>
          <p:nvPr userDrawn="1"/>
        </p:nvSpPr>
        <p:spPr>
          <a:xfrm flipV="1">
            <a:off x="8832304" y="2931161"/>
            <a:ext cx="1156447" cy="36000"/>
          </a:xfrm>
          <a:prstGeom prst="rect">
            <a:avLst/>
          </a:prstGeom>
          <a:gradFill>
            <a:gsLst>
              <a:gs pos="0">
                <a:srgbClr val="0D8EF9"/>
              </a:gs>
              <a:gs pos="73000">
                <a:schemeClr val="accent4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3A1224E8-9148-FEAC-13BA-6248F2D0C78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993334" y="2568146"/>
            <a:ext cx="3081424" cy="392542"/>
          </a:xfrm>
        </p:spPr>
        <p:txBody>
          <a:bodyPr/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>
              <a:defRPr sz="11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900">
                <a:solidFill>
                  <a:schemeClr val="bg1"/>
                </a:solidFill>
              </a:defRPr>
            </a:lvl4pPr>
            <a:lvl5pP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text</a:t>
            </a:r>
            <a:endParaRPr lang="en-US"/>
          </a:p>
        </p:txBody>
      </p:sp>
      <p:sp>
        <p:nvSpPr>
          <p:cNvPr id="3" name="Text Placeholder 20">
            <a:extLst>
              <a:ext uri="{FF2B5EF4-FFF2-40B4-BE49-F238E27FC236}">
                <a16:creationId xmlns:a16="http://schemas.microsoft.com/office/drawing/2014/main" id="{FB9BA153-B74E-CE13-A6DE-165809320F0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93334" y="3156559"/>
            <a:ext cx="3081424" cy="1169988"/>
          </a:xfrm>
        </p:spPr>
        <p:txBody>
          <a:bodyPr/>
          <a:lstStyle>
            <a:lvl1pPr>
              <a:lnSpc>
                <a:spcPct val="120000"/>
              </a:lnSpc>
              <a:defRPr sz="1200">
                <a:solidFill>
                  <a:schemeClr val="bg1"/>
                </a:solidFill>
              </a:defRPr>
            </a:lvl1pPr>
            <a:lvl2pPr>
              <a:lnSpc>
                <a:spcPct val="120000"/>
              </a:lnSpc>
              <a:defRPr sz="1050">
                <a:solidFill>
                  <a:schemeClr val="bg1"/>
                </a:solidFill>
              </a:defRPr>
            </a:lvl2pPr>
            <a:lvl3pPr>
              <a:lnSpc>
                <a:spcPct val="120000"/>
              </a:lnSpc>
              <a:defRPr sz="900">
                <a:solidFill>
                  <a:schemeClr val="bg1"/>
                </a:solidFill>
              </a:defRPr>
            </a:lvl3pPr>
            <a:lvl4pPr>
              <a:lnSpc>
                <a:spcPct val="120000"/>
              </a:lnSpc>
              <a:defRPr sz="800">
                <a:solidFill>
                  <a:schemeClr val="bg1"/>
                </a:solidFill>
              </a:defRPr>
            </a:lvl4pPr>
            <a:lvl5pPr>
              <a:lnSpc>
                <a:spcPct val="120000"/>
              </a:lnSpc>
              <a:defRPr sz="7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BF6C014-E875-06FB-F30E-7769558F9F49}"/>
              </a:ext>
            </a:extLst>
          </p:cNvPr>
          <p:cNvSpPr/>
          <p:nvPr userDrawn="1"/>
        </p:nvSpPr>
        <p:spPr>
          <a:xfrm flipV="1">
            <a:off x="4976318" y="2931161"/>
            <a:ext cx="1156447" cy="36000"/>
          </a:xfrm>
          <a:prstGeom prst="rect">
            <a:avLst/>
          </a:prstGeom>
          <a:gradFill>
            <a:gsLst>
              <a:gs pos="0">
                <a:srgbClr val="0D8EF9"/>
              </a:gs>
              <a:gs pos="73000">
                <a:schemeClr val="accent4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A580CFF2-EB01-6474-8A4D-49490D5CE8B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9788" y="2568146"/>
            <a:ext cx="3081424" cy="392542"/>
          </a:xfrm>
        </p:spPr>
        <p:txBody>
          <a:bodyPr/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>
              <a:defRPr sz="11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900">
                <a:solidFill>
                  <a:schemeClr val="bg1"/>
                </a:solidFill>
              </a:defRPr>
            </a:lvl4pPr>
            <a:lvl5pP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text</a:t>
            </a:r>
            <a:endParaRPr lang="en-US"/>
          </a:p>
        </p:txBody>
      </p:sp>
      <p:sp>
        <p:nvSpPr>
          <p:cNvPr id="28" name="Text Placeholder 20">
            <a:extLst>
              <a:ext uri="{FF2B5EF4-FFF2-40B4-BE49-F238E27FC236}">
                <a16:creationId xmlns:a16="http://schemas.microsoft.com/office/drawing/2014/main" id="{47825E9B-A9B2-7F61-D51F-1ADA12F8DE1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9788" y="3156559"/>
            <a:ext cx="3081424" cy="1169988"/>
          </a:xfrm>
        </p:spPr>
        <p:txBody>
          <a:bodyPr/>
          <a:lstStyle>
            <a:lvl1pPr>
              <a:lnSpc>
                <a:spcPct val="120000"/>
              </a:lnSpc>
              <a:defRPr sz="1200">
                <a:solidFill>
                  <a:schemeClr val="bg1"/>
                </a:solidFill>
              </a:defRPr>
            </a:lvl1pPr>
            <a:lvl2pPr>
              <a:lnSpc>
                <a:spcPct val="120000"/>
              </a:lnSpc>
              <a:defRPr sz="1050">
                <a:solidFill>
                  <a:schemeClr val="bg1"/>
                </a:solidFill>
              </a:defRPr>
            </a:lvl2pPr>
            <a:lvl3pPr>
              <a:lnSpc>
                <a:spcPct val="120000"/>
              </a:lnSpc>
              <a:defRPr sz="900">
                <a:solidFill>
                  <a:schemeClr val="bg1"/>
                </a:solidFill>
              </a:defRPr>
            </a:lvl3pPr>
            <a:lvl4pPr>
              <a:lnSpc>
                <a:spcPct val="120000"/>
              </a:lnSpc>
              <a:defRPr sz="800">
                <a:solidFill>
                  <a:schemeClr val="bg1"/>
                </a:solidFill>
              </a:defRPr>
            </a:lvl4pPr>
            <a:lvl5pPr>
              <a:lnSpc>
                <a:spcPct val="120000"/>
              </a:lnSpc>
              <a:defRPr sz="7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407FD36-64FC-1CC9-CB06-ADAED6F455F5}"/>
              </a:ext>
            </a:extLst>
          </p:cNvPr>
          <p:cNvSpPr/>
          <p:nvPr userDrawn="1"/>
        </p:nvSpPr>
        <p:spPr>
          <a:xfrm flipV="1">
            <a:off x="840397" y="2931161"/>
            <a:ext cx="1156447" cy="36000"/>
          </a:xfrm>
          <a:prstGeom prst="rect">
            <a:avLst/>
          </a:prstGeom>
          <a:gradFill>
            <a:gsLst>
              <a:gs pos="0">
                <a:srgbClr val="0D8EF9"/>
              </a:gs>
              <a:gs pos="73000">
                <a:schemeClr val="accent4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6349179-D89F-32F1-9CE6-20DE7CBA7DEC}"/>
              </a:ext>
            </a:extLst>
          </p:cNvPr>
          <p:cNvSpPr/>
          <p:nvPr userDrawn="1"/>
        </p:nvSpPr>
        <p:spPr>
          <a:xfrm>
            <a:off x="-7796463" y="-1199148"/>
            <a:ext cx="7796463" cy="9256295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3EE2CD31-6C1F-5B26-1979-44EC2B6CC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39227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62408D0-DD37-1B4F-8C60-478A1B0FE8E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47CF05-61A3-0167-59FA-C27407887D3B}"/>
              </a:ext>
            </a:extLst>
          </p:cNvPr>
          <p:cNvSpPr/>
          <p:nvPr userDrawn="1"/>
        </p:nvSpPr>
        <p:spPr>
          <a:xfrm>
            <a:off x="-12691872" y="-5193792"/>
            <a:ext cx="12691872" cy="18873216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15443D2-A30C-4810-4072-BE85A61FA399}"/>
              </a:ext>
            </a:extLst>
          </p:cNvPr>
          <p:cNvSpPr/>
          <p:nvPr userDrawn="1"/>
        </p:nvSpPr>
        <p:spPr>
          <a:xfrm>
            <a:off x="-12722352" y="-5294328"/>
            <a:ext cx="12691872" cy="18873216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8B15E31-5E30-FE0F-C4D2-4C3247D0086D}"/>
              </a:ext>
            </a:extLst>
          </p:cNvPr>
          <p:cNvSpPr/>
          <p:nvPr userDrawn="1"/>
        </p:nvSpPr>
        <p:spPr>
          <a:xfrm>
            <a:off x="-15203424" y="-12252864"/>
            <a:ext cx="12691872" cy="18873216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4544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65" userDrawn="1">
          <p15:clr>
            <a:srgbClr val="FBAE40"/>
          </p15:clr>
        </p15:guide>
        <p15:guide id="2" pos="2910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A6D5FFF-9B4B-69B2-7B50-5B803990487C}"/>
              </a:ext>
            </a:extLst>
          </p:cNvPr>
          <p:cNvSpPr/>
          <p:nvPr userDrawn="1"/>
        </p:nvSpPr>
        <p:spPr>
          <a:xfrm>
            <a:off x="0" y="0"/>
            <a:ext cx="12140160" cy="6858000"/>
          </a:xfrm>
          <a:prstGeom prst="rect">
            <a:avLst/>
          </a:prstGeom>
          <a:gradFill>
            <a:gsLst>
              <a:gs pos="64000">
                <a:srgbClr val="0A0114"/>
              </a:gs>
              <a:gs pos="9000">
                <a:srgbClr val="3A00A5"/>
              </a:gs>
            </a:gsLst>
            <a:lin ang="108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Media Placeholder 6">
            <a:extLst>
              <a:ext uri="{FF2B5EF4-FFF2-40B4-BE49-F238E27FC236}">
                <a16:creationId xmlns:a16="http://schemas.microsoft.com/office/drawing/2014/main" id="{7CD075EE-A18C-B014-2E34-2297F0870327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3810000" y="0"/>
            <a:ext cx="8382000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Media Placeholder 14">
            <a:extLst>
              <a:ext uri="{FF2B5EF4-FFF2-40B4-BE49-F238E27FC236}">
                <a16:creationId xmlns:a16="http://schemas.microsoft.com/office/drawing/2014/main" id="{E68E46C6-9A4D-DCEC-042D-14B106B39057}"/>
              </a:ext>
            </a:extLst>
          </p:cNvPr>
          <p:cNvSpPr>
            <a:spLocks noGrp="1"/>
          </p:cNvSpPr>
          <p:nvPr>
            <p:ph type="media" sz="quarter" idx="17"/>
          </p:nvPr>
        </p:nvSpPr>
        <p:spPr>
          <a:xfrm>
            <a:off x="-224589" y="0"/>
            <a:ext cx="6320589" cy="6885384"/>
          </a:xfrm>
          <a:custGeom>
            <a:avLst/>
            <a:gdLst>
              <a:gd name="connsiteX0" fmla="*/ 0 w 6320589"/>
              <a:gd name="connsiteY0" fmla="*/ 0 h 6885384"/>
              <a:gd name="connsiteX1" fmla="*/ 4081186 w 6320589"/>
              <a:gd name="connsiteY1" fmla="*/ 0 h 6885384"/>
              <a:gd name="connsiteX2" fmla="*/ 6004360 w 6320589"/>
              <a:gd name="connsiteY2" fmla="*/ 2629491 h 6885384"/>
              <a:gd name="connsiteX3" fmla="*/ 6224558 w 6320589"/>
              <a:gd name="connsiteY3" fmla="*/ 3050976 h 6885384"/>
              <a:gd name="connsiteX4" fmla="*/ 6230371 w 6320589"/>
              <a:gd name="connsiteY4" fmla="*/ 3071143 h 6885384"/>
              <a:gd name="connsiteX5" fmla="*/ 6237423 w 6320589"/>
              <a:gd name="connsiteY5" fmla="*/ 3089154 h 6885384"/>
              <a:gd name="connsiteX6" fmla="*/ 5996504 w 6320589"/>
              <a:gd name="connsiteY6" fmla="*/ 4554432 h 6885384"/>
              <a:gd name="connsiteX7" fmla="*/ 4218456 w 6320589"/>
              <a:gd name="connsiteY7" fmla="*/ 6885384 h 6885384"/>
              <a:gd name="connsiteX8" fmla="*/ 0 w 6320589"/>
              <a:gd name="connsiteY8" fmla="*/ 6885384 h 6885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320589" h="6885384">
                <a:moveTo>
                  <a:pt x="0" y="0"/>
                </a:moveTo>
                <a:lnTo>
                  <a:pt x="4081186" y="0"/>
                </a:lnTo>
                <a:lnTo>
                  <a:pt x="6004360" y="2629491"/>
                </a:lnTo>
                <a:cubicBezTo>
                  <a:pt x="6101020" y="2761652"/>
                  <a:pt x="6174161" y="2903813"/>
                  <a:pt x="6224558" y="3050976"/>
                </a:cubicBezTo>
                <a:lnTo>
                  <a:pt x="6230371" y="3071143"/>
                </a:lnTo>
                <a:lnTo>
                  <a:pt x="6237423" y="3089154"/>
                </a:lnTo>
                <a:cubicBezTo>
                  <a:pt x="6399500" y="3570168"/>
                  <a:pt x="6327521" y="4120480"/>
                  <a:pt x="5996504" y="4554432"/>
                </a:cubicBezTo>
                <a:lnTo>
                  <a:pt x="4218456" y="6885384"/>
                </a:lnTo>
                <a:lnTo>
                  <a:pt x="0" y="6885384"/>
                </a:lnTo>
                <a:close/>
              </a:path>
            </a:pathLst>
          </a:custGeom>
          <a:gradFill>
            <a:gsLst>
              <a:gs pos="100000">
                <a:schemeClr val="tx1"/>
              </a:gs>
              <a:gs pos="45000">
                <a:srgbClr val="4A04D2"/>
              </a:gs>
            </a:gsLst>
            <a:lin ang="10800000" scaled="0"/>
          </a:gradFill>
          <a:ln>
            <a:noFill/>
          </a:ln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475330-BFA3-CB18-0879-99FB264CB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8E72A-9D2B-354A-BFD1-C730C1DDD787}" type="datetime1">
              <a:rPr lang="en-GB" smtClean="0"/>
              <a:t>16/05/2024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288DD4-FD63-EBE4-11B8-77BB09963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E768E5-B440-3D3D-AB35-A1DD2A0AB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408D0-DD37-1B4F-8C60-478A1B0FE8E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23DDBFF-D534-3ED7-FD2D-4F848597C3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5799" y="2085474"/>
            <a:ext cx="4034119" cy="2916832"/>
          </a:xfrm>
        </p:spPr>
        <p:txBody>
          <a:bodyPr/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Statement Quote</a:t>
            </a:r>
            <a:endParaRPr lang="en-US"/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03D91755-E4E0-82CD-21AA-6DCF37306AD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67199" y="5157493"/>
            <a:ext cx="3049307" cy="799554"/>
          </a:xfrm>
        </p:spPr>
        <p:txBody>
          <a:bodyPr/>
          <a:lstStyle>
            <a:lvl1pPr marL="0" indent="0" algn="r">
              <a:lnSpc>
                <a:spcPct val="140000"/>
              </a:lnSpc>
              <a:buNone/>
              <a:defRPr sz="1600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00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GB"/>
              <a:t>Quote Author</a:t>
            </a:r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AF081B4-F582-4641-05A9-7014703E90C9}"/>
              </a:ext>
            </a:extLst>
          </p:cNvPr>
          <p:cNvSpPr/>
          <p:nvPr userDrawn="1"/>
        </p:nvSpPr>
        <p:spPr>
          <a:xfrm>
            <a:off x="-12722352" y="-5294328"/>
            <a:ext cx="12691872" cy="18873216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51AF6029-0DBD-1551-7CD0-1A5464C3F56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1533" t="53793" r="24406" b="31647"/>
          <a:stretch/>
        </p:blipFill>
        <p:spPr>
          <a:xfrm flipH="1">
            <a:off x="221889" y="524434"/>
            <a:ext cx="2157765" cy="1305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6051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018426F-8F45-1DC3-666F-D66CC144961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rgbClr val="0A0114"/>
              </a:gs>
              <a:gs pos="100000">
                <a:srgbClr val="0D8EF9"/>
              </a:gs>
              <a:gs pos="100000">
                <a:srgbClr val="2458E9"/>
              </a:gs>
              <a:gs pos="77000">
                <a:srgbClr val="3A00A5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1A8EEB40-473B-D10E-E303-812BFAEC8C3E}"/>
              </a:ext>
            </a:extLst>
          </p:cNvPr>
          <p:cNvSpPr/>
          <p:nvPr userDrawn="1"/>
        </p:nvSpPr>
        <p:spPr>
          <a:xfrm>
            <a:off x="-5084061" y="73152"/>
            <a:ext cx="14435719" cy="6885384"/>
          </a:xfrm>
          <a:custGeom>
            <a:avLst/>
            <a:gdLst>
              <a:gd name="connsiteX0" fmla="*/ 75435 w 14435719"/>
              <a:gd name="connsiteY0" fmla="*/ 0 h 6885384"/>
              <a:gd name="connsiteX1" fmla="*/ 12196316 w 14435719"/>
              <a:gd name="connsiteY1" fmla="*/ 0 h 6885384"/>
              <a:gd name="connsiteX2" fmla="*/ 14119490 w 14435719"/>
              <a:gd name="connsiteY2" fmla="*/ 2629491 h 6885384"/>
              <a:gd name="connsiteX3" fmla="*/ 14339688 w 14435719"/>
              <a:gd name="connsiteY3" fmla="*/ 3050976 h 6885384"/>
              <a:gd name="connsiteX4" fmla="*/ 14345501 w 14435719"/>
              <a:gd name="connsiteY4" fmla="*/ 3071143 h 6885384"/>
              <a:gd name="connsiteX5" fmla="*/ 14352553 w 14435719"/>
              <a:gd name="connsiteY5" fmla="*/ 3089154 h 6885384"/>
              <a:gd name="connsiteX6" fmla="*/ 14111634 w 14435719"/>
              <a:gd name="connsiteY6" fmla="*/ 4554432 h 6885384"/>
              <a:gd name="connsiteX7" fmla="*/ 12333586 w 14435719"/>
              <a:gd name="connsiteY7" fmla="*/ 6885384 h 6885384"/>
              <a:gd name="connsiteX8" fmla="*/ 0 w 14435719"/>
              <a:gd name="connsiteY8" fmla="*/ 6885384 h 6885384"/>
              <a:gd name="connsiteX9" fmla="*/ 0 w 14435719"/>
              <a:gd name="connsiteY9" fmla="*/ 481677 h 6885384"/>
              <a:gd name="connsiteX10" fmla="*/ 70983 w 14435719"/>
              <a:gd name="connsiteY10" fmla="*/ 12162 h 6885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435719" h="6885384">
                <a:moveTo>
                  <a:pt x="75435" y="0"/>
                </a:moveTo>
                <a:lnTo>
                  <a:pt x="12196316" y="0"/>
                </a:lnTo>
                <a:lnTo>
                  <a:pt x="14119490" y="2629491"/>
                </a:lnTo>
                <a:cubicBezTo>
                  <a:pt x="14216150" y="2761652"/>
                  <a:pt x="14289291" y="2903813"/>
                  <a:pt x="14339688" y="3050976"/>
                </a:cubicBezTo>
                <a:lnTo>
                  <a:pt x="14345501" y="3071143"/>
                </a:lnTo>
                <a:lnTo>
                  <a:pt x="14352553" y="3089154"/>
                </a:lnTo>
                <a:cubicBezTo>
                  <a:pt x="14514630" y="3570168"/>
                  <a:pt x="14442651" y="4120480"/>
                  <a:pt x="14111634" y="4554432"/>
                </a:cubicBezTo>
                <a:lnTo>
                  <a:pt x="12333586" y="6885384"/>
                </a:lnTo>
                <a:lnTo>
                  <a:pt x="0" y="6885384"/>
                </a:lnTo>
                <a:lnTo>
                  <a:pt x="0" y="481677"/>
                </a:lnTo>
                <a:cubicBezTo>
                  <a:pt x="0" y="318177"/>
                  <a:pt x="24852" y="160482"/>
                  <a:pt x="70983" y="12162"/>
                </a:cubicBezTo>
                <a:close/>
              </a:path>
            </a:pathLst>
          </a:custGeom>
          <a:gradFill>
            <a:gsLst>
              <a:gs pos="34000">
                <a:srgbClr val="000003"/>
              </a:gs>
              <a:gs pos="76000">
                <a:srgbClr val="4B02D2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CCAD8C-B7C7-82C7-8786-9A17DC9F7E28}"/>
              </a:ext>
            </a:extLst>
          </p:cNvPr>
          <p:cNvSpPr/>
          <p:nvPr userDrawn="1"/>
        </p:nvSpPr>
        <p:spPr>
          <a:xfrm>
            <a:off x="-12691872" y="-5177750"/>
            <a:ext cx="12691872" cy="18873216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475330-BFA3-CB18-0879-99FB264CB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C2DBB-4796-714B-99DB-14295FCA5CF0}" type="datetime1">
              <a:rPr lang="en-GB" smtClean="0"/>
              <a:t>16/05/2024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288DD4-FD63-EBE4-11B8-77BB09963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E768E5-B440-3D3D-AB35-A1DD2A0AB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62408D0-DD37-1B4F-8C60-478A1B0FE8E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23DDBFF-D534-3ED7-FD2D-4F848597C3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32547" y="1667435"/>
            <a:ext cx="6513095" cy="3334871"/>
          </a:xfrm>
        </p:spPr>
        <p:txBody>
          <a:bodyPr/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Statement Quote</a:t>
            </a:r>
            <a:endParaRPr lang="en-US"/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03D91755-E4E0-82CD-21AA-6DCF37306AD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01263" y="5157493"/>
            <a:ext cx="3049307" cy="799554"/>
          </a:xfrm>
        </p:spPr>
        <p:txBody>
          <a:bodyPr/>
          <a:lstStyle>
            <a:lvl1pPr marL="0" indent="0" algn="r">
              <a:lnSpc>
                <a:spcPct val="140000"/>
              </a:lnSpc>
              <a:buNone/>
              <a:defRPr sz="1600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00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GB"/>
              <a:t>Quote Author</a:t>
            </a:r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9EECB1E-1D92-05AA-223D-D60F774BCECC}"/>
              </a:ext>
            </a:extLst>
          </p:cNvPr>
          <p:cNvGrpSpPr/>
          <p:nvPr userDrawn="1"/>
        </p:nvGrpSpPr>
        <p:grpSpPr>
          <a:xfrm>
            <a:off x="10637474" y="580264"/>
            <a:ext cx="1116884" cy="334890"/>
            <a:chOff x="251767" y="421854"/>
            <a:chExt cx="1356455" cy="406725"/>
          </a:xfrm>
        </p:grpSpPr>
        <p:pic>
          <p:nvPicPr>
            <p:cNvPr id="13" name="Picture 12" descr="A black and white logo&#10;&#10;Description automatically generated">
              <a:extLst>
                <a:ext uri="{FF2B5EF4-FFF2-40B4-BE49-F238E27FC236}">
                  <a16:creationId xmlns:a16="http://schemas.microsoft.com/office/drawing/2014/main" id="{988D1BE5-12D0-63AE-DE4B-981E965AD0B7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/>
            <a:srcRect l="35713"/>
            <a:stretch/>
          </p:blipFill>
          <p:spPr>
            <a:xfrm>
              <a:off x="742520" y="438556"/>
              <a:ext cx="865702" cy="366010"/>
            </a:xfrm>
            <a:prstGeom prst="rect">
              <a:avLst/>
            </a:prstGeom>
          </p:spPr>
        </p:pic>
        <p:pic>
          <p:nvPicPr>
            <p:cNvPr id="14" name="Picture 13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9D5C2BD3-D331-2A9E-B5ED-58B02A85C7D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/>
            <a:srcRect r="78165"/>
            <a:stretch/>
          </p:blipFill>
          <p:spPr>
            <a:xfrm>
              <a:off x="251767" y="421854"/>
              <a:ext cx="494192" cy="4067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7254086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e and black background with lines&#10;&#10;Description automatically generated">
            <a:extLst>
              <a:ext uri="{FF2B5EF4-FFF2-40B4-BE49-F238E27FC236}">
                <a16:creationId xmlns:a16="http://schemas.microsoft.com/office/drawing/2014/main" id="{073609BA-1362-E880-F742-E4A5E9BCFC7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1AF2D52-0B99-FE9B-5813-A2C8F802D912}"/>
              </a:ext>
            </a:extLst>
          </p:cNvPr>
          <p:cNvSpPr/>
          <p:nvPr userDrawn="1"/>
        </p:nvSpPr>
        <p:spPr>
          <a:xfrm>
            <a:off x="0" y="1680882"/>
            <a:ext cx="12192000" cy="311971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AC7F3D-ECD9-FB27-D9F1-D4813181F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2641D-1D15-CF49-A9AF-DA03E1D1D53B}" type="datetime1">
              <a:rPr lang="en-GB" smtClean="0"/>
              <a:t>16/05/2024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694C85-F1D4-4DBE-EF06-B449DB04B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F3D34D-54D8-33A7-E20A-F03ED3EED88B}"/>
              </a:ext>
            </a:extLst>
          </p:cNvPr>
          <p:cNvSpPr txBox="1"/>
          <p:nvPr userDrawn="1"/>
        </p:nvSpPr>
        <p:spPr>
          <a:xfrm>
            <a:off x="3177988" y="3111990"/>
            <a:ext cx="5836024" cy="634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4400" b="0">
                <a:solidFill>
                  <a:schemeClr val="bg1"/>
                </a:solidFill>
              </a:rPr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379256982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to Blu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AC7F3D-ECD9-FB27-D9F1-D4813181F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99B67-2190-2141-8EB0-9E795BD21882}" type="datetime1">
              <a:rPr lang="en-GB" smtClean="0"/>
              <a:t>16/05/2024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694C85-F1D4-4DBE-EF06-B449DB04B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A9D81E-AAC7-6B4B-3D87-521A65E9C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408D0-DD37-1B4F-8C60-478A1B0FE8E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84D01F-23CF-BD7E-4E7B-6AA1F4380FC0}"/>
              </a:ext>
            </a:extLst>
          </p:cNvPr>
          <p:cNvSpPr/>
          <p:nvPr userDrawn="1"/>
        </p:nvSpPr>
        <p:spPr>
          <a:xfrm>
            <a:off x="0" y="0"/>
            <a:ext cx="12192000" cy="6958361"/>
          </a:xfrm>
          <a:prstGeom prst="rect">
            <a:avLst/>
          </a:prstGeom>
          <a:gradFill flip="none" rotWithShape="1">
            <a:gsLst>
              <a:gs pos="85000">
                <a:srgbClr val="000000"/>
              </a:gs>
              <a:gs pos="27000">
                <a:srgbClr val="2800E7"/>
              </a:gs>
            </a:gsLst>
            <a:path path="circle">
              <a:fillToRect l="100000" t="100000"/>
            </a:path>
            <a:tileRect r="-100000" b="-10000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54450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to black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AC7F3D-ECD9-FB27-D9F1-D4813181F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2293B-9291-FF4B-ADEA-74E6A9499AB3}" type="datetime1">
              <a:rPr lang="en-GB" smtClean="0"/>
              <a:t>16/05/2024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694C85-F1D4-4DBE-EF06-B449DB04B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A9D81E-AAC7-6B4B-3D87-521A65E9C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408D0-DD37-1B4F-8C60-478A1B0FE8EB}" type="slidenum">
              <a:rPr lang="en-US" smtClean="0"/>
              <a:t>‹#›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806E112-81AE-D15A-D03E-A1F64CF61E8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6000">
                <a:srgbClr val="000000"/>
              </a:gs>
              <a:gs pos="100000">
                <a:srgbClr val="5200E6"/>
              </a:gs>
            </a:gsLst>
            <a:path path="circle">
              <a:fillToRect l="100000" t="100000"/>
            </a:path>
            <a:tileRect r="-100000" b="-10000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25853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DCBAA84-B13F-4515-33B7-5D774F8518D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rgbClr val="0A0114"/>
              </a:gs>
              <a:gs pos="100000">
                <a:srgbClr val="0D8EF9"/>
              </a:gs>
              <a:gs pos="100000">
                <a:srgbClr val="2458E9"/>
              </a:gs>
              <a:gs pos="77000">
                <a:srgbClr val="3A00A5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B523765F-8AFE-F2F4-587E-4A849807A873}"/>
              </a:ext>
            </a:extLst>
          </p:cNvPr>
          <p:cNvSpPr/>
          <p:nvPr userDrawn="1"/>
        </p:nvSpPr>
        <p:spPr>
          <a:xfrm>
            <a:off x="-5084061" y="36576"/>
            <a:ext cx="14435719" cy="6885384"/>
          </a:xfrm>
          <a:custGeom>
            <a:avLst/>
            <a:gdLst>
              <a:gd name="connsiteX0" fmla="*/ 75435 w 14435719"/>
              <a:gd name="connsiteY0" fmla="*/ 0 h 6885384"/>
              <a:gd name="connsiteX1" fmla="*/ 12196316 w 14435719"/>
              <a:gd name="connsiteY1" fmla="*/ 0 h 6885384"/>
              <a:gd name="connsiteX2" fmla="*/ 14119490 w 14435719"/>
              <a:gd name="connsiteY2" fmla="*/ 2629491 h 6885384"/>
              <a:gd name="connsiteX3" fmla="*/ 14339688 w 14435719"/>
              <a:gd name="connsiteY3" fmla="*/ 3050976 h 6885384"/>
              <a:gd name="connsiteX4" fmla="*/ 14345501 w 14435719"/>
              <a:gd name="connsiteY4" fmla="*/ 3071143 h 6885384"/>
              <a:gd name="connsiteX5" fmla="*/ 14352553 w 14435719"/>
              <a:gd name="connsiteY5" fmla="*/ 3089154 h 6885384"/>
              <a:gd name="connsiteX6" fmla="*/ 14111634 w 14435719"/>
              <a:gd name="connsiteY6" fmla="*/ 4554432 h 6885384"/>
              <a:gd name="connsiteX7" fmla="*/ 12333586 w 14435719"/>
              <a:gd name="connsiteY7" fmla="*/ 6885384 h 6885384"/>
              <a:gd name="connsiteX8" fmla="*/ 0 w 14435719"/>
              <a:gd name="connsiteY8" fmla="*/ 6885384 h 6885384"/>
              <a:gd name="connsiteX9" fmla="*/ 0 w 14435719"/>
              <a:gd name="connsiteY9" fmla="*/ 481677 h 6885384"/>
              <a:gd name="connsiteX10" fmla="*/ 70983 w 14435719"/>
              <a:gd name="connsiteY10" fmla="*/ 12162 h 6885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435719" h="6885384">
                <a:moveTo>
                  <a:pt x="75435" y="0"/>
                </a:moveTo>
                <a:lnTo>
                  <a:pt x="12196316" y="0"/>
                </a:lnTo>
                <a:lnTo>
                  <a:pt x="14119490" y="2629491"/>
                </a:lnTo>
                <a:cubicBezTo>
                  <a:pt x="14216150" y="2761652"/>
                  <a:pt x="14289291" y="2903813"/>
                  <a:pt x="14339688" y="3050976"/>
                </a:cubicBezTo>
                <a:lnTo>
                  <a:pt x="14345501" y="3071143"/>
                </a:lnTo>
                <a:lnTo>
                  <a:pt x="14352553" y="3089154"/>
                </a:lnTo>
                <a:cubicBezTo>
                  <a:pt x="14514630" y="3570168"/>
                  <a:pt x="14442651" y="4120480"/>
                  <a:pt x="14111634" y="4554432"/>
                </a:cubicBezTo>
                <a:lnTo>
                  <a:pt x="12333586" y="6885384"/>
                </a:lnTo>
                <a:lnTo>
                  <a:pt x="0" y="6885384"/>
                </a:lnTo>
                <a:lnTo>
                  <a:pt x="0" y="481677"/>
                </a:lnTo>
                <a:cubicBezTo>
                  <a:pt x="0" y="318177"/>
                  <a:pt x="24852" y="160482"/>
                  <a:pt x="70983" y="12162"/>
                </a:cubicBezTo>
                <a:close/>
              </a:path>
            </a:pathLst>
          </a:custGeom>
          <a:gradFill>
            <a:gsLst>
              <a:gs pos="34000">
                <a:srgbClr val="000003"/>
              </a:gs>
              <a:gs pos="76000">
                <a:srgbClr val="4B02D2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521764-483E-14D5-3A6D-E18C901CA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98657-E3C2-FC49-83BE-2C41805A2B35}" type="datetime1">
              <a:rPr lang="en-GB" smtClean="0"/>
              <a:t>16/05/2024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8E3ADD-0630-7B24-45A5-EFE95C413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68803E2-2F28-345A-3299-0726107D083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9789" y="5072608"/>
            <a:ext cx="4122176" cy="363365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00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GB"/>
              <a:t>Name</a:t>
            </a:r>
            <a:br>
              <a:rPr lang="en-GB"/>
            </a:br>
            <a:endParaRPr lang="en-GB"/>
          </a:p>
          <a:p>
            <a:pPr lvl="1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AFADE68-C43A-7B29-C82A-B2C780E93FE0}"/>
              </a:ext>
            </a:extLst>
          </p:cNvPr>
          <p:cNvSpPr/>
          <p:nvPr userDrawn="1"/>
        </p:nvSpPr>
        <p:spPr>
          <a:xfrm>
            <a:off x="811179" y="3997409"/>
            <a:ext cx="1156447" cy="53789"/>
          </a:xfrm>
          <a:prstGeom prst="rect">
            <a:avLst/>
          </a:prstGeom>
          <a:gradFill>
            <a:gsLst>
              <a:gs pos="0">
                <a:srgbClr val="0A0114"/>
              </a:gs>
              <a:gs pos="57000">
                <a:srgbClr val="2458E9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98101DF5-371D-B6AB-3278-857E48FF9F4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9788" y="5852240"/>
            <a:ext cx="4132262" cy="482428"/>
          </a:xfrm>
        </p:spPr>
        <p:txBody>
          <a:bodyPr/>
          <a:lstStyle>
            <a:lvl1pPr marL="0" indent="0">
              <a:lnSpc>
                <a:spcPct val="140000"/>
              </a:lnSpc>
              <a:buNone/>
              <a:defRPr sz="1200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00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GB"/>
              <a:t>Date goes here</a:t>
            </a:r>
            <a:endParaRPr lang="en-US"/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064DC490-EDAD-629E-3480-07FACC53733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9788" y="5304238"/>
            <a:ext cx="4132262" cy="482428"/>
          </a:xfrm>
        </p:spPr>
        <p:txBody>
          <a:bodyPr/>
          <a:lstStyle>
            <a:lvl1pPr marL="0" indent="0">
              <a:lnSpc>
                <a:spcPct val="140000"/>
              </a:lnSpc>
              <a:buNone/>
              <a:defRPr sz="1400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00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GB"/>
              <a:t>Contact Details</a:t>
            </a:r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7467045-B764-5509-D3BC-E95CEF7E4EF4}"/>
              </a:ext>
            </a:extLst>
          </p:cNvPr>
          <p:cNvGrpSpPr/>
          <p:nvPr userDrawn="1"/>
        </p:nvGrpSpPr>
        <p:grpSpPr>
          <a:xfrm>
            <a:off x="10637474" y="580264"/>
            <a:ext cx="1116884" cy="334890"/>
            <a:chOff x="251767" y="421854"/>
            <a:chExt cx="1356455" cy="406725"/>
          </a:xfrm>
        </p:grpSpPr>
        <p:pic>
          <p:nvPicPr>
            <p:cNvPr id="6" name="Picture 5" descr="A black and white logo&#10;&#10;Description automatically generated">
              <a:extLst>
                <a:ext uri="{FF2B5EF4-FFF2-40B4-BE49-F238E27FC236}">
                  <a16:creationId xmlns:a16="http://schemas.microsoft.com/office/drawing/2014/main" id="{E72C1E09-6407-73A9-F9AA-FACE78D539D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/>
            <a:srcRect l="35713"/>
            <a:stretch/>
          </p:blipFill>
          <p:spPr>
            <a:xfrm>
              <a:off x="742520" y="438556"/>
              <a:ext cx="865702" cy="366010"/>
            </a:xfrm>
            <a:prstGeom prst="rect">
              <a:avLst/>
            </a:prstGeom>
          </p:spPr>
        </p:pic>
        <p:pic>
          <p:nvPicPr>
            <p:cNvPr id="11" name="Picture 10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BA2347C2-031A-0A38-7511-D2DEDD60DB1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/>
            <a:srcRect r="78165"/>
            <a:stretch/>
          </p:blipFill>
          <p:spPr>
            <a:xfrm>
              <a:off x="251767" y="421854"/>
              <a:ext cx="494192" cy="406725"/>
            </a:xfrm>
            <a:prstGeom prst="rect">
              <a:avLst/>
            </a:prstGeom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35543AD6-9FE3-7911-CF66-0F428107FDEC}"/>
              </a:ext>
            </a:extLst>
          </p:cNvPr>
          <p:cNvSpPr txBox="1"/>
          <p:nvPr userDrawn="1"/>
        </p:nvSpPr>
        <p:spPr>
          <a:xfrm>
            <a:off x="739587" y="2825804"/>
            <a:ext cx="735554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098EBB5-D4DF-0F65-7B98-F292C343C230}"/>
              </a:ext>
            </a:extLst>
          </p:cNvPr>
          <p:cNvSpPr/>
          <p:nvPr userDrawn="1"/>
        </p:nvSpPr>
        <p:spPr>
          <a:xfrm>
            <a:off x="-12691872" y="-5230368"/>
            <a:ext cx="12691872" cy="18873216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6388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3" userDrawn="1">
          <p15:clr>
            <a:srgbClr val="FBAE40"/>
          </p15:clr>
        </p15:guide>
        <p15:guide id="2" pos="529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AC7F3D-ECD9-FB27-D9F1-D4813181F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91BD9-D3AD-864B-A75B-C561BFE1DE4E}" type="datetime1">
              <a:rPr lang="en-GB" smtClean="0"/>
              <a:t>16/05/2024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694C85-F1D4-4DBE-EF06-B449DB04B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71892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1974AC-85D2-CDD6-8F6C-D70376A4C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9800" y="407504"/>
            <a:ext cx="9458739" cy="1054584"/>
          </a:xfrm>
          <a:prstGeom prst="rect">
            <a:avLst/>
          </a:prstGeom>
        </p:spPr>
        <p:txBody>
          <a:bodyPr vert="horz" lIns="0" tIns="45720" rIns="91440" bIns="45720" rtlCol="0" anchor="t">
            <a:normAutofit/>
          </a:bodyPr>
          <a:lstStyle/>
          <a:p>
            <a:r>
              <a:rPr lang="en-GB"/>
              <a:t>Add headline here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244DDC-21E0-701C-346E-1E6BEBEFAA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67000" y="2573407"/>
            <a:ext cx="5572539" cy="3300619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7759C8-E59D-8C84-D220-01999ED1A6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-8146774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B3BE25-CB3C-2B47-A256-0360A33E9F0F}" type="datetime1">
              <a:rPr lang="en-GB" smtClean="0"/>
              <a:t>16/05/2024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EEFD7A-4D77-83D9-BA2F-FF5423A26E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-4946374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301BD7-7FBB-D83C-FFB1-5BC2675753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392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2408D0-DD37-1B4F-8C60-478A1B0FE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27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92" r:id="rId2"/>
    <p:sldLayoutId id="2147483691" r:id="rId3"/>
    <p:sldLayoutId id="2147483680" r:id="rId4"/>
    <p:sldLayoutId id="2147483700" r:id="rId5"/>
    <p:sldLayoutId id="2147483702" r:id="rId6"/>
    <p:sldLayoutId id="2147483651" r:id="rId7"/>
    <p:sldLayoutId id="2147483664" r:id="rId8"/>
    <p:sldLayoutId id="2147483703" r:id="rId9"/>
    <p:sldLayoutId id="2147483667" r:id="rId10"/>
    <p:sldLayoutId id="2147483686" r:id="rId11"/>
    <p:sldLayoutId id="2147483687" r:id="rId12"/>
    <p:sldLayoutId id="2147483666" r:id="rId13"/>
    <p:sldLayoutId id="2147483683" r:id="rId14"/>
    <p:sldLayoutId id="2147483704" r:id="rId15"/>
    <p:sldLayoutId id="2147483706" r:id="rId16"/>
    <p:sldLayoutId id="2147483707" r:id="rId17"/>
    <p:sldLayoutId id="2147483688" r:id="rId18"/>
    <p:sldLayoutId id="2147483689" r:id="rId19"/>
    <p:sldLayoutId id="2147483684" r:id="rId20"/>
    <p:sldLayoutId id="2147483708" r:id="rId21"/>
    <p:sldLayoutId id="2147483685" r:id="rId22"/>
    <p:sldLayoutId id="2147483690" r:id="rId23"/>
    <p:sldLayoutId id="2147483699" r:id="rId24"/>
    <p:sldLayoutId id="2147483694" r:id="rId25"/>
    <p:sldLayoutId id="2147483710" r:id="rId26"/>
    <p:sldLayoutId id="2147483654" r:id="rId27"/>
    <p:sldLayoutId id="2147483696" r:id="rId28"/>
    <p:sldLayoutId id="2147483697" r:id="rId29"/>
    <p:sldLayoutId id="2147483709" r:id="rId30"/>
    <p:sldLayoutId id="2147483705" r:id="rId3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0600" indent="-120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SzPct val="120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97800" indent="-156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SzPct val="120000"/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711000" indent="-120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SzPct val="120000"/>
        <a:buFont typeface="Arial" panose="020B0604020202020204" pitchFamily="34" charset="0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4200" indent="-120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SzPct val="120000"/>
        <a:buFont typeface="Arial" panose="020B0604020202020204" pitchFamily="34" charset="0"/>
        <a:buChar char="•"/>
        <a:defRPr sz="700" kern="1200">
          <a:solidFill>
            <a:schemeClr val="tx1"/>
          </a:solidFill>
          <a:latin typeface="+mn-lt"/>
          <a:ea typeface="+mn-ea"/>
          <a:cs typeface="+mn-cs"/>
        </a:defRPr>
      </a:lvl4pPr>
      <a:lvl5pPr marL="1445400" indent="-84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SzPct val="120000"/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200" b="1">
                <a:solidFill>
                  <a:srgbClr val="FFFFFF"/>
                </a:solidFill>
              </a:rPr>
              <a:t>Contract Note Rework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  <p:sp>
        <p:nvSpPr>
          <p:cNvPr id="6" name="Picture Placeholder 5"/>
          <p:cNvSpPr>
            <a:spLocks noGrp="1"/>
          </p:cNvSpPr>
          <p:nvPr>
            <p:ph type="pic" idx="17" sz="quarter"/>
          </p:nvPr>
        </p:nvSpPr>
        <p:spPr/>
        <p:txBody>
          <a:bodyPr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400" b="1"/>
              <a:t>Estimate Summary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Table Placeholder 3"/>
          <p:cNvSpPr>
            <a:spLocks noGrp="1"/>
          </p:cNvSpPr>
          <p:nvPr>
            <p:ph type="tbl" idx="15" sz="quarter"/>
          </p:nvPr>
        </p:nvSpPr>
        <p:spPr/>
        <p:txBody>
          <a:bodyPr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828800"/>
          <a:ext cx="73152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1645920"/>
                <a:gridCol w="155448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Estimate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Days (req)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Days (total)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1. PDF / Template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13.5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2. DocuSign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7.1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3a. Training &amp; Enablement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8.0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3b. Data Source Extensibility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8.9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4. Bespoke Contracts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7.8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5. Comparison Audit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12.4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12.4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44.6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57.6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1"/>
              <a:t>Est 1: PDF / Template Management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1"/>
              <a:t>Est 2: DocuSign Integration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1"/>
              <a:t>Est 3: Training &amp; Data Sources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1"/>
              <a:t>Est 4: Bespoke Contracts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1"/>
              <a:t>Est 5: Comparison Audit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1"/>
              <a:t>Next Steps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D55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2A00FA"/>
      </a:accent1>
      <a:accent2>
        <a:srgbClr val="00A1F7"/>
      </a:accent2>
      <a:accent3>
        <a:srgbClr val="01FEFF"/>
      </a:accent3>
      <a:accent4>
        <a:srgbClr val="5000E3"/>
      </a:accent4>
      <a:accent5>
        <a:srgbClr val="000000"/>
      </a:accent5>
      <a:accent6>
        <a:srgbClr val="2700EA"/>
      </a:accent6>
      <a:hlink>
        <a:srgbClr val="01FEFF"/>
      </a:hlink>
      <a:folHlink>
        <a:srgbClr val="5101E3"/>
      </a:folHlink>
    </a:clrScheme>
    <a:fontScheme name="D55_font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39199E2E2674B4DA1EE50E36952C19A" ma:contentTypeVersion="18" ma:contentTypeDescription="Create a new document." ma:contentTypeScope="" ma:versionID="eeba92efdedd89f1b6d3fdd12e0c8c32">
  <xsd:schema xmlns:xsd="http://www.w3.org/2001/XMLSchema" xmlns:xs="http://www.w3.org/2001/XMLSchema" xmlns:p="http://schemas.microsoft.com/office/2006/metadata/properties" xmlns:ns2="6412f43d-328a-4f64-ad7b-a3dee27a26a0" xmlns:ns3="f2c583c6-7c4a-4404-9fb5-0a1d64af6a21" targetNamespace="http://schemas.microsoft.com/office/2006/metadata/properties" ma:root="true" ma:fieldsID="ef75cedf652678e2de7496c68c369e78" ns2:_="" ns3:_="">
    <xsd:import namespace="6412f43d-328a-4f64-ad7b-a3dee27a26a0"/>
    <xsd:import namespace="f2c583c6-7c4a-4404-9fb5-0a1d64af6a2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2:MediaServiceOCR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12f43d-328a-4f64-ad7b-a3dee27a26a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3b0491b7-2be5-4fa2-9984-8c0288da363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c583c6-7c4a-4404-9fb5-0a1d64af6a21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5ed05d9b-1b02-4907-a728-ff9accaeb167}" ma:internalName="TaxCatchAll" ma:showField="CatchAllData" ma:web="f2c583c6-7c4a-4404-9fb5-0a1d64af6a2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f2c583c6-7c4a-4404-9fb5-0a1d64af6a21">
      <UserInfo>
        <DisplayName>Jonathan Rothwell</DisplayName>
        <AccountId>12</AccountId>
        <AccountType/>
      </UserInfo>
      <UserInfo>
        <DisplayName>Rhys Jacob</DisplayName>
        <AccountId>9</AccountId>
        <AccountType/>
      </UserInfo>
      <UserInfo>
        <DisplayName>Sophie Smoker</DisplayName>
        <AccountId>18</AccountId>
        <AccountType/>
      </UserInfo>
    </SharedWithUsers>
    <TaxCatchAll xmlns="f2c583c6-7c4a-4404-9fb5-0a1d64af6a21" xsi:nil="true"/>
    <lcf76f155ced4ddcb4097134ff3c332f xmlns="6412f43d-328a-4f64-ad7b-a3dee27a26a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8EC06B19-330E-4DDC-BC31-34C41C32069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E0261FA-2C48-45A0-B94A-D001C6396419}">
  <ds:schemaRefs>
    <ds:schemaRef ds:uri="6412f43d-328a-4f64-ad7b-a3dee27a26a0"/>
    <ds:schemaRef ds:uri="f2c583c6-7c4a-4404-9fb5-0a1d64af6a2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210D4A84-5B19-44E9-A799-8D5939F1F1C2}">
  <ds:schemaRefs>
    <ds:schemaRef ds:uri="6412f43d-328a-4f64-ad7b-a3dee27a26a0"/>
    <ds:schemaRef ds:uri="f2c583c6-7c4a-4404-9fb5-0a1d64af6a21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35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6" baseType="lpstr">
      <vt:lpstr>Office Theme</vt:lpstr>
      <vt:lpstr>AWS Advanced Consulting Partners</vt:lpstr>
      <vt:lpstr>AWS Advanced Consulting Partners</vt:lpstr>
      <vt:lpstr>AWS Advanced Consulting Partners</vt:lpstr>
      <vt:lpstr>AWS Advanced Consulting Partners</vt:lpstr>
      <vt:lpstr>Contents.</vt:lpstr>
      <vt:lpstr>Contents</vt:lpstr>
      <vt:lpstr>Contents</vt:lpstr>
      <vt:lpstr>01</vt:lpstr>
      <vt:lpstr>Why work  with us</vt:lpstr>
      <vt:lpstr>04</vt:lpstr>
      <vt:lpstr>We help you to  maximize your profits.</vt:lpstr>
      <vt:lpstr>A perfect mix of technical talent  and a growth mindset.</vt:lpstr>
      <vt:lpstr>A perfect mix of technical talent  and a growth mindset.</vt:lpstr>
      <vt:lpstr>A perfect mix of technical talent  and a growth mindset.</vt:lpstr>
      <vt:lpstr>We help you to  maximise your profits.</vt:lpstr>
      <vt:lpstr>Our Migration and  Modernisation Services</vt:lpstr>
      <vt:lpstr>We’re with you  every step  of the way.</vt:lpstr>
      <vt:lpstr>We’re with you every step of the way.</vt:lpstr>
      <vt:lpstr>Here are the numbers</vt:lpstr>
      <vt:lpstr>2025 and beyond</vt:lpstr>
      <vt:lpstr>Maximizing profits through people</vt:lpstr>
      <vt:lpstr>Looking forward  to 2025</vt:lpstr>
      <vt:lpstr>PowerPoint Presentation</vt:lpstr>
      <vt:lpstr>Rhys Jacob </vt:lpstr>
      <vt:lpstr>Rhys Jacob</vt:lpstr>
      <vt:lpstr>JONATHAN TANG</vt:lpstr>
      <vt:lpstr>Trent Wier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Pye</dc:creator>
  <cp:revision>1</cp:revision>
  <dcterms:created xsi:type="dcterms:W3CDTF">2024-02-23T11:30:41Z</dcterms:created>
  <dcterms:modified xsi:type="dcterms:W3CDTF">2024-05-16T11:39:05Z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0x0101002E0743AFF97D824DAD59C86AFAD65CC1</vt:lpwstr>
  </property>
  <property fmtid="{D5CDD505-2E9C-101B-9397-08002B2CF9AE}" pid="3" name="MediaServiceImageTags">
    <vt:lpwstr/>
  </property>
</Properties>
</file>