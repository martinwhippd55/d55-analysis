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672" y="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title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6832" y="1703125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dirty="0"/>
              <a:t>AI-First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848" y="2455012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</a:defRPr>
            </a:pPr>
            <a:r>
              <a:rPr dirty="0">
                <a:solidFill>
                  <a:schemeClr val="bg1"/>
                </a:solidFill>
              </a:rPr>
              <a:t>Practical lessons from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88674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rPr dirty="0">
                <a:solidFill>
                  <a:schemeClr val="bg1"/>
                </a:solidFill>
              </a:rPr>
              <a:t>D55  |  North</a:t>
            </a:r>
            <a:r>
              <a:rPr lang="en-GB" dirty="0">
                <a:solidFill>
                  <a:schemeClr val="bg1"/>
                </a:solidFill>
              </a:rPr>
              <a:t>E</a:t>
            </a:r>
            <a:r>
              <a:rPr dirty="0" err="1">
                <a:solidFill>
                  <a:schemeClr val="bg1"/>
                </a:solidFill>
              </a:rPr>
              <a:t>dge</a:t>
            </a:r>
            <a:r>
              <a:rPr dirty="0">
                <a:solidFill>
                  <a:schemeClr val="bg1"/>
                </a:solidFill>
              </a:rPr>
              <a:t> AI Forum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1.  People &amp; Adoption — why transformations fail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2.  How AI-First Changes Delivery — the new lifecycle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3.  The Economics — $200/seat, 5x output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4.  First 8 Weeks — how we'd start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5.  What "Good" Looks Like — for a PE exit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People &amp;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E5D0"/>
                </a:solidFill>
              </a:defRPr>
            </a:pPr>
            <a:r>
              <a:t>The real challenge isn't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The tech is the easy part.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Getting people to change is where AI transformations die.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On our recent project (10 devs, AI-first):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Primary resistance came from POs, BAs, Programme Managers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When devs go 5x faster, coordination roles become the bottleneck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The "middle layer" correctly senses their role is changing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Four Fears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4476" y="1109543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rPr dirty="0">
                <a:solidFill>
                  <a:schemeClr val="bg1"/>
                </a:solidFill>
              </a:rPr>
              <a:t>Past /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47703" y="1126271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rPr dirty="0">
                <a:solidFill>
                  <a:schemeClr val="bg1"/>
                </a:solidFill>
              </a:rPr>
              <a:t>Future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54880" cy="2286000"/>
          </a:xfrm>
          <a:prstGeom prst="roundRect">
            <a:avLst/>
          </a:prstGeom>
          <a:solidFill>
            <a:srgbClr val="1A3A5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42A5F5"/>
                </a:solidFill>
              </a:defRPr>
            </a:pPr>
            <a:r>
              <a:rPr dirty="0"/>
              <a:t>Loss of Control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Controller</a:t>
            </a:r>
          </a:p>
          <a:p>
            <a:br>
              <a:rPr dirty="0"/>
            </a:br>
            <a:r>
              <a:rPr dirty="0"/>
              <a:t>↻ More oversight &amp; observability, not less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4754880" cy="2286000"/>
          </a:xfrm>
          <a:prstGeom prst="roundRect">
            <a:avLst/>
          </a:prstGeom>
          <a:solidFill>
            <a:srgbClr val="5C1A1A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F5350"/>
                </a:solidFill>
              </a:defRPr>
            </a:pPr>
            <a:r>
              <a:rPr dirty="0"/>
              <a:t>Project Failure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rPr dirty="0">
                <a:solidFill>
                  <a:schemeClr val="bg1"/>
                </a:solidFill>
              </a:rPr>
              <a:t>Driver</a:t>
            </a:r>
          </a:p>
          <a:p>
            <a:br>
              <a:rPr dirty="0"/>
            </a:br>
            <a:r>
              <a:rPr dirty="0"/>
              <a:t>↻ Faster, cheaper failure — compressed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4754880" cy="2286000"/>
          </a:xfrm>
          <a:prstGeom prst="roundRect">
            <a:avLst/>
          </a:prstGeom>
          <a:solidFill>
            <a:srgbClr val="1A4C1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rPr dirty="0"/>
              <a:t>Disruption to Hierarchy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Stabiliser</a:t>
            </a:r>
            <a:endParaRPr dirty="0">
              <a:solidFill>
                <a:schemeClr val="bg1"/>
              </a:solidFill>
            </a:endParaRPr>
          </a:p>
          <a:p>
            <a:br>
              <a:rPr dirty="0"/>
            </a:br>
            <a:r>
              <a:rPr dirty="0"/>
              <a:t>↻ Orchestrators become more valuable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4754880" cy="2286000"/>
          </a:xfrm>
          <a:prstGeom prst="roundRect">
            <a:avLst/>
          </a:prstGeom>
          <a:solidFill>
            <a:srgbClr val="4C3D0A"/>
          </a:solidFill>
          <a:ln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CA28"/>
                </a:solidFill>
              </a:defRPr>
            </a:pPr>
            <a:r>
              <a:rPr dirty="0"/>
              <a:t>Feeling Overshadowed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rPr dirty="0">
                <a:solidFill>
                  <a:schemeClr val="bg1"/>
                </a:solidFill>
              </a:rPr>
              <a:t>Influencer</a:t>
            </a:r>
          </a:p>
          <a:p>
            <a:br>
              <a:rPr dirty="0"/>
            </a:br>
            <a:r>
              <a:rPr dirty="0"/>
              <a:t>↻ Amplified, not replaced — more stage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Unblocked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E5D0"/>
                </a:solidFill>
              </a:defRPr>
            </a:pPr>
            <a:r>
              <a:t>From our recent AI-first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Action first, permission later — prove it, then present results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Metrics from day one — 5x improvement is hard to argue with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Regular retros — safe space to surface tension early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1-on-1 training &amp; support — catch people struggling quietly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Accept not everyone will come around — plan for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AI-First Changes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E5D0"/>
                </a:solidFill>
              </a:defRPr>
            </a:pPr>
            <a:r>
              <a:t>Not waterfall — design-led agile at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1.  Analysis &amp; Design — more time here, produce clear specifications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2.  Contracts &amp; Integration — understand touch points upfront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3.  Implementation — devs with agentic tooling against defined specs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4.  Testing — human-in-the-loop + AI for unit tests &amp; seed data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5.  Documentation — AI-assisted handover assets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Key insight: when implementation is 5x faster, the bottleneck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shifts to clarity of intent. Design discipline is the multiplier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on top of the multiplier.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E5D0"/>
                </a:solidFill>
              </a:defRPr>
            </a:pPr>
            <a:r>
              <a:t>$200 / seat /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5x developer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Copilot + Claude seats = ~$200/dev/month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For 100 devs: $20k/month for 5x output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Equivalent of 400+ additional developers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Ongoing cost is primarily tooling — no custom infrastructure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Even 20% headcount reduction = millions saved annually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First 8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5D0"/>
                </a:solidFill>
              </a:defRPr>
            </a:pPr>
            <a:r>
              <a:t>Assess. Prove. Translate.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D0"/>
                </a:solidFill>
              </a:defRPr>
            </a:pPr>
            <a:r>
              <a:t>Weeks 1–2: Assess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Assess codebase &amp; tooling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Map current AI adoption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Identify quick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D0"/>
                </a:solidFill>
              </a:defRPr>
            </a:pPr>
            <a:r>
              <a:t>Weeks 3–6: Prove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Embed D55 or stand up squad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AI-first on real work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Track metrics from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D0"/>
                </a:solidFill>
              </a:defRPr>
            </a:pPr>
            <a:r>
              <a:t>Weeks 7–8: Translate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Demonstrate with numbers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Produce reusable playbook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 Rollout plan for other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D55 embeds, proves, then enables. Not a permanent dependency.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background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"Good"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E5D0"/>
                </a:solidFill>
              </a:defRPr>
            </a:pPr>
            <a:r>
              <a:t>PE exit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100 devs producing the output of 300–500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Release cadence in days, not months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AI embedded in the product (compliance, document gen, self-service)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Engineering org that acquirers see as an asset, not a cost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What to avoid: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Don't boil the ocean — pick 2–3 squads, prove it, roll out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Don't start with AI product features before engineering is AI-native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This is a people &amp; delivery transformation — not a tech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55.title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We've done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CCCCC"/>
                </a:solidFill>
              </a:defRPr>
            </a:pPr>
            <a:r>
              <a:t>Let us show you how.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598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Whipp</cp:lastModifiedBy>
  <cp:revision>2</cp:revision>
  <dcterms:created xsi:type="dcterms:W3CDTF">2013-01-27T09:14:16Z</dcterms:created>
  <dcterms:modified xsi:type="dcterms:W3CDTF">2026-06-08T13:02:45Z</dcterms:modified>
  <cp:category/>
</cp:coreProperties>
</file>